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46045" y="196774"/>
            <a:ext cx="4651908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99C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40404" y="1476680"/>
            <a:ext cx="3967518" cy="22425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292709"/>
            <a:ext cx="2052853" cy="45502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9144000" cy="5139055"/>
          </a:xfrm>
          <a:custGeom>
            <a:avLst/>
            <a:gdLst/>
            <a:ahLst/>
            <a:cxnLst/>
            <a:rect l="l" t="t" r="r" b="b"/>
            <a:pathLst>
              <a:path w="9144000" h="5139055">
                <a:moveTo>
                  <a:pt x="0" y="5138928"/>
                </a:moveTo>
                <a:lnTo>
                  <a:pt x="9144000" y="5138928"/>
                </a:lnTo>
                <a:lnTo>
                  <a:pt x="9144000" y="0"/>
                </a:lnTo>
                <a:lnTo>
                  <a:pt x="0" y="0"/>
                </a:lnTo>
                <a:lnTo>
                  <a:pt x="0" y="5138928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506679" y="0"/>
            <a:ext cx="406400" cy="5139055"/>
          </a:xfrm>
          <a:custGeom>
            <a:avLst/>
            <a:gdLst/>
            <a:ahLst/>
            <a:cxnLst/>
            <a:rect l="l" t="t" r="r" b="b"/>
            <a:pathLst>
              <a:path w="406400" h="5139055">
                <a:moveTo>
                  <a:pt x="348793" y="0"/>
                </a:moveTo>
                <a:lnTo>
                  <a:pt x="0" y="457822"/>
                </a:lnTo>
                <a:lnTo>
                  <a:pt x="406323" y="991235"/>
                </a:lnTo>
                <a:lnTo>
                  <a:pt x="0" y="1524558"/>
                </a:lnTo>
                <a:lnTo>
                  <a:pt x="406323" y="2057946"/>
                </a:lnTo>
                <a:lnTo>
                  <a:pt x="0" y="2591333"/>
                </a:lnTo>
                <a:lnTo>
                  <a:pt x="406323" y="3124796"/>
                </a:lnTo>
                <a:lnTo>
                  <a:pt x="0" y="3658108"/>
                </a:lnTo>
                <a:lnTo>
                  <a:pt x="406323" y="4191609"/>
                </a:lnTo>
                <a:lnTo>
                  <a:pt x="0" y="4725136"/>
                </a:lnTo>
                <a:lnTo>
                  <a:pt x="315097" y="5138928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6833069" y="0"/>
            <a:ext cx="406400" cy="5139055"/>
          </a:xfrm>
          <a:custGeom>
            <a:avLst/>
            <a:gdLst/>
            <a:ahLst/>
            <a:cxnLst/>
            <a:rect l="l" t="t" r="r" b="b"/>
            <a:pathLst>
              <a:path w="406400" h="5139055">
                <a:moveTo>
                  <a:pt x="348793" y="0"/>
                </a:moveTo>
                <a:lnTo>
                  <a:pt x="0" y="457822"/>
                </a:lnTo>
                <a:lnTo>
                  <a:pt x="406323" y="991235"/>
                </a:lnTo>
                <a:lnTo>
                  <a:pt x="0" y="1524558"/>
                </a:lnTo>
                <a:lnTo>
                  <a:pt x="406323" y="2057946"/>
                </a:lnTo>
                <a:lnTo>
                  <a:pt x="0" y="2591333"/>
                </a:lnTo>
                <a:lnTo>
                  <a:pt x="406323" y="3124796"/>
                </a:lnTo>
                <a:lnTo>
                  <a:pt x="0" y="3658108"/>
                </a:lnTo>
                <a:lnTo>
                  <a:pt x="406323" y="4191609"/>
                </a:lnTo>
                <a:lnTo>
                  <a:pt x="0" y="4725136"/>
                </a:lnTo>
                <a:lnTo>
                  <a:pt x="315097" y="5138928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7159459" y="0"/>
            <a:ext cx="406400" cy="5139055"/>
          </a:xfrm>
          <a:custGeom>
            <a:avLst/>
            <a:gdLst/>
            <a:ahLst/>
            <a:cxnLst/>
            <a:rect l="l" t="t" r="r" b="b"/>
            <a:pathLst>
              <a:path w="406400" h="5139055">
                <a:moveTo>
                  <a:pt x="348793" y="0"/>
                </a:moveTo>
                <a:lnTo>
                  <a:pt x="0" y="457822"/>
                </a:lnTo>
                <a:lnTo>
                  <a:pt x="406323" y="991235"/>
                </a:lnTo>
                <a:lnTo>
                  <a:pt x="0" y="1524558"/>
                </a:lnTo>
                <a:lnTo>
                  <a:pt x="406323" y="2057946"/>
                </a:lnTo>
                <a:lnTo>
                  <a:pt x="0" y="2591333"/>
                </a:lnTo>
                <a:lnTo>
                  <a:pt x="406323" y="3124796"/>
                </a:lnTo>
                <a:lnTo>
                  <a:pt x="0" y="3658108"/>
                </a:lnTo>
                <a:lnTo>
                  <a:pt x="406323" y="4191609"/>
                </a:lnTo>
                <a:lnTo>
                  <a:pt x="0" y="4725136"/>
                </a:lnTo>
                <a:lnTo>
                  <a:pt x="315097" y="5138928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7485850" y="0"/>
            <a:ext cx="406400" cy="5139055"/>
          </a:xfrm>
          <a:custGeom>
            <a:avLst/>
            <a:gdLst/>
            <a:ahLst/>
            <a:cxnLst/>
            <a:rect l="l" t="t" r="r" b="b"/>
            <a:pathLst>
              <a:path w="406400" h="5139055">
                <a:moveTo>
                  <a:pt x="348782" y="0"/>
                </a:moveTo>
                <a:lnTo>
                  <a:pt x="0" y="457822"/>
                </a:lnTo>
                <a:lnTo>
                  <a:pt x="406311" y="991235"/>
                </a:lnTo>
                <a:lnTo>
                  <a:pt x="0" y="1524558"/>
                </a:lnTo>
                <a:lnTo>
                  <a:pt x="406311" y="2057946"/>
                </a:lnTo>
                <a:lnTo>
                  <a:pt x="0" y="2591333"/>
                </a:lnTo>
                <a:lnTo>
                  <a:pt x="406311" y="3124796"/>
                </a:lnTo>
                <a:lnTo>
                  <a:pt x="0" y="3658108"/>
                </a:lnTo>
                <a:lnTo>
                  <a:pt x="406311" y="4191609"/>
                </a:lnTo>
                <a:lnTo>
                  <a:pt x="0" y="4725136"/>
                </a:lnTo>
                <a:lnTo>
                  <a:pt x="315088" y="5138928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7812240" y="0"/>
            <a:ext cx="406400" cy="5139055"/>
          </a:xfrm>
          <a:custGeom>
            <a:avLst/>
            <a:gdLst/>
            <a:ahLst/>
            <a:cxnLst/>
            <a:rect l="l" t="t" r="r" b="b"/>
            <a:pathLst>
              <a:path w="406400" h="5139055">
                <a:moveTo>
                  <a:pt x="348782" y="0"/>
                </a:moveTo>
                <a:lnTo>
                  <a:pt x="0" y="457822"/>
                </a:lnTo>
                <a:lnTo>
                  <a:pt x="406311" y="991235"/>
                </a:lnTo>
                <a:lnTo>
                  <a:pt x="0" y="1524558"/>
                </a:lnTo>
                <a:lnTo>
                  <a:pt x="406311" y="2057946"/>
                </a:lnTo>
                <a:lnTo>
                  <a:pt x="0" y="2591333"/>
                </a:lnTo>
                <a:lnTo>
                  <a:pt x="406311" y="3124796"/>
                </a:lnTo>
                <a:lnTo>
                  <a:pt x="0" y="3658108"/>
                </a:lnTo>
                <a:lnTo>
                  <a:pt x="406311" y="4191609"/>
                </a:lnTo>
                <a:lnTo>
                  <a:pt x="0" y="4725136"/>
                </a:lnTo>
                <a:lnTo>
                  <a:pt x="315088" y="5138928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8138629" y="0"/>
            <a:ext cx="406400" cy="5139055"/>
          </a:xfrm>
          <a:custGeom>
            <a:avLst/>
            <a:gdLst/>
            <a:ahLst/>
            <a:cxnLst/>
            <a:rect l="l" t="t" r="r" b="b"/>
            <a:pathLst>
              <a:path w="406400" h="5139055">
                <a:moveTo>
                  <a:pt x="348782" y="0"/>
                </a:moveTo>
                <a:lnTo>
                  <a:pt x="0" y="457822"/>
                </a:lnTo>
                <a:lnTo>
                  <a:pt x="406311" y="991235"/>
                </a:lnTo>
                <a:lnTo>
                  <a:pt x="0" y="1524558"/>
                </a:lnTo>
                <a:lnTo>
                  <a:pt x="406311" y="2057946"/>
                </a:lnTo>
                <a:lnTo>
                  <a:pt x="0" y="2591333"/>
                </a:lnTo>
                <a:lnTo>
                  <a:pt x="406311" y="3124796"/>
                </a:lnTo>
                <a:lnTo>
                  <a:pt x="0" y="3658108"/>
                </a:lnTo>
                <a:lnTo>
                  <a:pt x="406311" y="4191609"/>
                </a:lnTo>
                <a:lnTo>
                  <a:pt x="0" y="4725136"/>
                </a:lnTo>
                <a:lnTo>
                  <a:pt x="315088" y="5138928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8465007" y="0"/>
            <a:ext cx="406400" cy="5139055"/>
          </a:xfrm>
          <a:custGeom>
            <a:avLst/>
            <a:gdLst/>
            <a:ahLst/>
            <a:cxnLst/>
            <a:rect l="l" t="t" r="r" b="b"/>
            <a:pathLst>
              <a:path w="406400" h="5139055">
                <a:moveTo>
                  <a:pt x="348793" y="0"/>
                </a:moveTo>
                <a:lnTo>
                  <a:pt x="0" y="457822"/>
                </a:lnTo>
                <a:lnTo>
                  <a:pt x="406323" y="991235"/>
                </a:lnTo>
                <a:lnTo>
                  <a:pt x="0" y="1524558"/>
                </a:lnTo>
                <a:lnTo>
                  <a:pt x="406323" y="2057946"/>
                </a:lnTo>
                <a:lnTo>
                  <a:pt x="0" y="2591333"/>
                </a:lnTo>
                <a:lnTo>
                  <a:pt x="406323" y="3124796"/>
                </a:lnTo>
                <a:lnTo>
                  <a:pt x="0" y="3658108"/>
                </a:lnTo>
                <a:lnTo>
                  <a:pt x="406323" y="4191609"/>
                </a:lnTo>
                <a:lnTo>
                  <a:pt x="0" y="4725136"/>
                </a:lnTo>
                <a:lnTo>
                  <a:pt x="315097" y="5138928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8791397" y="0"/>
            <a:ext cx="353060" cy="920750"/>
          </a:xfrm>
          <a:custGeom>
            <a:avLst/>
            <a:gdLst/>
            <a:ahLst/>
            <a:cxnLst/>
            <a:rect l="l" t="t" r="r" b="b"/>
            <a:pathLst>
              <a:path w="353059" h="920750">
                <a:moveTo>
                  <a:pt x="348793" y="0"/>
                </a:moveTo>
                <a:lnTo>
                  <a:pt x="0" y="457822"/>
                </a:lnTo>
                <a:lnTo>
                  <a:pt x="352602" y="920711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8791397" y="1061747"/>
            <a:ext cx="353060" cy="925830"/>
          </a:xfrm>
          <a:custGeom>
            <a:avLst/>
            <a:gdLst/>
            <a:ahLst/>
            <a:cxnLst/>
            <a:rect l="l" t="t" r="r" b="b"/>
            <a:pathLst>
              <a:path w="353059" h="925830">
                <a:moveTo>
                  <a:pt x="352602" y="0"/>
                </a:moveTo>
                <a:lnTo>
                  <a:pt x="0" y="462811"/>
                </a:lnTo>
                <a:lnTo>
                  <a:pt x="352602" y="925678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8791397" y="2128466"/>
            <a:ext cx="353060" cy="925830"/>
          </a:xfrm>
          <a:custGeom>
            <a:avLst/>
            <a:gdLst/>
            <a:ahLst/>
            <a:cxnLst/>
            <a:rect l="l" t="t" r="r" b="b"/>
            <a:pathLst>
              <a:path w="353059" h="925830">
                <a:moveTo>
                  <a:pt x="352602" y="0"/>
                </a:moveTo>
                <a:lnTo>
                  <a:pt x="0" y="462867"/>
                </a:lnTo>
                <a:lnTo>
                  <a:pt x="352602" y="925800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8791397" y="3195307"/>
            <a:ext cx="353060" cy="925830"/>
          </a:xfrm>
          <a:custGeom>
            <a:avLst/>
            <a:gdLst/>
            <a:ahLst/>
            <a:cxnLst/>
            <a:rect l="l" t="t" r="r" b="b"/>
            <a:pathLst>
              <a:path w="353059" h="925829">
                <a:moveTo>
                  <a:pt x="352602" y="0"/>
                </a:moveTo>
                <a:lnTo>
                  <a:pt x="0" y="462800"/>
                </a:lnTo>
                <a:lnTo>
                  <a:pt x="352602" y="925767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8791397" y="4262148"/>
            <a:ext cx="353060" cy="876935"/>
          </a:xfrm>
          <a:custGeom>
            <a:avLst/>
            <a:gdLst/>
            <a:ahLst/>
            <a:cxnLst/>
            <a:rect l="l" t="t" r="r" b="b"/>
            <a:pathLst>
              <a:path w="353059" h="876935">
                <a:moveTo>
                  <a:pt x="352602" y="0"/>
                </a:moveTo>
                <a:lnTo>
                  <a:pt x="0" y="462988"/>
                </a:lnTo>
                <a:lnTo>
                  <a:pt x="315097" y="876779"/>
                </a:lnTo>
              </a:path>
            </a:pathLst>
          </a:custGeom>
          <a:ln w="19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884" y="204067"/>
            <a:ext cx="8374230" cy="985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2835" y="1310919"/>
            <a:ext cx="7558328" cy="292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ebdicorp.com.br/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jpg"/><Relationship Id="rId21" Type="http://schemas.openxmlformats.org/officeDocument/2006/relationships/image" Target="../media/image24.png"/><Relationship Id="rId7" Type="http://schemas.openxmlformats.org/officeDocument/2006/relationships/image" Target="../media/image10.jp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5" Type="http://schemas.openxmlformats.org/officeDocument/2006/relationships/image" Target="../media/image18.pn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jpg"/><Relationship Id="rId9" Type="http://schemas.openxmlformats.org/officeDocument/2006/relationships/image" Target="../media/image12.jp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hyperlink" Target="mailto:atendimento@ebdicorp.com.br" TargetMode="External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hyperlink" Target="http://www.ebdicorp.com.br/" TargetMode="External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809750"/>
            <a:ext cx="5227320" cy="1048364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spcBef>
                <a:spcPts val="1095"/>
              </a:spcBef>
            </a:pPr>
            <a:r>
              <a:rPr lang="pt-BR" sz="5900" dirty="0">
                <a:solidFill>
                  <a:schemeClr val="bg1"/>
                </a:solidFill>
                <a:latin typeface="Effra" panose="02000506080000020004" pitchFamily="2" charset="0"/>
                <a:cs typeface="Arial"/>
              </a:rPr>
              <a:t>PROPOSTA</a:t>
            </a:r>
            <a:endParaRPr sz="5900" dirty="0">
              <a:solidFill>
                <a:schemeClr val="bg1"/>
              </a:solidFill>
              <a:latin typeface="Effra" panose="02000506080000020004" pitchFamily="2" charset="0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" y="4248150"/>
            <a:ext cx="2409825" cy="3951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w w w </a:t>
            </a:r>
            <a:r>
              <a:rPr sz="900" spc="-15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. </a:t>
            </a:r>
            <a:r>
              <a:rPr sz="900" spc="-30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e b d </a:t>
            </a:r>
            <a:r>
              <a:rPr sz="900" spc="-15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i </a:t>
            </a:r>
            <a:r>
              <a:rPr sz="900" spc="-30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c </a:t>
            </a:r>
            <a:r>
              <a:rPr sz="900" spc="-20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o </a:t>
            </a:r>
            <a:r>
              <a:rPr sz="900" spc="-10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r </a:t>
            </a:r>
            <a:r>
              <a:rPr sz="900" spc="-20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p </a:t>
            </a:r>
            <a:r>
              <a:rPr sz="900" spc="-10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. </a:t>
            </a:r>
            <a:r>
              <a:rPr sz="900" spc="-15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c </a:t>
            </a:r>
            <a:r>
              <a:rPr sz="900" spc="-10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o </a:t>
            </a:r>
            <a:r>
              <a:rPr sz="900" spc="-15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m </a:t>
            </a:r>
            <a:r>
              <a:rPr sz="900" spc="-5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. </a:t>
            </a:r>
            <a:r>
              <a:rPr sz="900" spc="-10" dirty="0">
                <a:solidFill>
                  <a:srgbClr val="FFFFFF"/>
                </a:solidFill>
                <a:latin typeface="Effra" panose="02000506080000020004" pitchFamily="2" charset="0"/>
                <a:cs typeface="Arial"/>
                <a:hlinkClick r:id="rId2"/>
              </a:rPr>
              <a:t>b r </a:t>
            </a:r>
            <a:endParaRPr sz="900" dirty="0">
              <a:latin typeface="Effra" panose="02000506080000020004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00" spc="-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0 4 . 6 8 7 . 3 0 4 / 0 0 0 1 - 2</a:t>
            </a:r>
            <a:r>
              <a:rPr sz="900" spc="5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0 </a:t>
            </a:r>
            <a:endParaRPr sz="900" dirty="0">
              <a:latin typeface="Effra" panose="02000506080000020004" pitchFamily="2" charset="0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C37B516-0223-41CA-9FDD-2DF2F1FB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4262928"/>
            <a:ext cx="3200400" cy="760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04414" y="6350"/>
            <a:ext cx="6333236" cy="5126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94000" y="0"/>
            <a:ext cx="6350000" cy="5139055"/>
          </a:xfrm>
          <a:custGeom>
            <a:avLst/>
            <a:gdLst/>
            <a:ahLst/>
            <a:cxnLst/>
            <a:rect l="l" t="t" r="r" b="b"/>
            <a:pathLst>
              <a:path w="6350000" h="5139055">
                <a:moveTo>
                  <a:pt x="0" y="5138928"/>
                </a:moveTo>
                <a:lnTo>
                  <a:pt x="6350000" y="5138928"/>
                </a:lnTo>
                <a:lnTo>
                  <a:pt x="6350000" y="0"/>
                </a:lnTo>
                <a:lnTo>
                  <a:pt x="0" y="0"/>
                </a:lnTo>
                <a:lnTo>
                  <a:pt x="0" y="5138928"/>
                </a:lnTo>
                <a:close/>
              </a:path>
            </a:pathLst>
          </a:custGeom>
          <a:solidFill>
            <a:srgbClr val="000000">
              <a:alpha val="2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09175" y="383425"/>
            <a:ext cx="1607197" cy="1287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09175" y="1985429"/>
            <a:ext cx="1607197" cy="12871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36806" y="1963648"/>
            <a:ext cx="1607184" cy="1287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9175" y="3623437"/>
            <a:ext cx="1607197" cy="12871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88178" y="383425"/>
            <a:ext cx="1607185" cy="1287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88178" y="3623437"/>
            <a:ext cx="1607185" cy="128714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77189" y="383425"/>
            <a:ext cx="1607184" cy="12871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77189" y="1985429"/>
            <a:ext cx="1607184" cy="128714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77189" y="3623437"/>
            <a:ext cx="1607184" cy="12871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57448" y="1472387"/>
            <a:ext cx="239445" cy="23944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57448" y="1425498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5" h="286385">
                <a:moveTo>
                  <a:pt x="0" y="0"/>
                </a:moveTo>
                <a:lnTo>
                  <a:pt x="0" y="5867"/>
                </a:lnTo>
                <a:lnTo>
                  <a:pt x="280454" y="286334"/>
                </a:lnTo>
                <a:lnTo>
                  <a:pt x="286334" y="286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57448" y="1378534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0" y="5867"/>
                </a:lnTo>
                <a:lnTo>
                  <a:pt x="327431" y="333298"/>
                </a:lnTo>
                <a:lnTo>
                  <a:pt x="333298" y="333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07245" y="1384401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18535" y="1448727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89" h="123190">
                <a:moveTo>
                  <a:pt x="2959" y="0"/>
                </a:moveTo>
                <a:lnTo>
                  <a:pt x="0" y="2959"/>
                </a:lnTo>
                <a:lnTo>
                  <a:pt x="120091" y="123062"/>
                </a:lnTo>
                <a:lnTo>
                  <a:pt x="123062" y="120103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57448" y="3074378"/>
            <a:ext cx="239445" cy="23945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57448" y="3027502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5" h="286385">
                <a:moveTo>
                  <a:pt x="0" y="0"/>
                </a:moveTo>
                <a:lnTo>
                  <a:pt x="0" y="5867"/>
                </a:lnTo>
                <a:lnTo>
                  <a:pt x="280454" y="286334"/>
                </a:lnTo>
                <a:lnTo>
                  <a:pt x="286334" y="286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7448" y="2980537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0" y="5867"/>
                </a:lnTo>
                <a:lnTo>
                  <a:pt x="327431" y="333298"/>
                </a:lnTo>
                <a:lnTo>
                  <a:pt x="333298" y="333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07245" y="2986405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18535" y="3050730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89" h="123189">
                <a:moveTo>
                  <a:pt x="2959" y="0"/>
                </a:moveTo>
                <a:lnTo>
                  <a:pt x="0" y="2959"/>
                </a:lnTo>
                <a:lnTo>
                  <a:pt x="120091" y="123062"/>
                </a:lnTo>
                <a:lnTo>
                  <a:pt x="123062" y="120103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85067" y="3052597"/>
            <a:ext cx="239445" cy="23944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85067" y="3005709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5" h="286385">
                <a:moveTo>
                  <a:pt x="0" y="0"/>
                </a:moveTo>
                <a:lnTo>
                  <a:pt x="0" y="5867"/>
                </a:lnTo>
                <a:lnTo>
                  <a:pt x="280454" y="286334"/>
                </a:lnTo>
                <a:lnTo>
                  <a:pt x="286334" y="286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85067" y="2958744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0" y="5867"/>
                </a:lnTo>
                <a:lnTo>
                  <a:pt x="327431" y="333298"/>
                </a:lnTo>
                <a:lnTo>
                  <a:pt x="333298" y="333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34863" y="2964612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46153" y="3028937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89" h="123189">
                <a:moveTo>
                  <a:pt x="2959" y="0"/>
                </a:moveTo>
                <a:lnTo>
                  <a:pt x="0" y="2959"/>
                </a:lnTo>
                <a:lnTo>
                  <a:pt x="120091" y="123062"/>
                </a:lnTo>
                <a:lnTo>
                  <a:pt x="123062" y="120103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157448" y="4712382"/>
            <a:ext cx="239445" cy="23945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57448" y="4665498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5" h="286385">
                <a:moveTo>
                  <a:pt x="0" y="0"/>
                </a:moveTo>
                <a:lnTo>
                  <a:pt x="0" y="5867"/>
                </a:lnTo>
                <a:lnTo>
                  <a:pt x="280454" y="286334"/>
                </a:lnTo>
                <a:lnTo>
                  <a:pt x="286334" y="286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57448" y="4618532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0" y="5867"/>
                </a:lnTo>
                <a:lnTo>
                  <a:pt x="327431" y="333298"/>
                </a:lnTo>
                <a:lnTo>
                  <a:pt x="333298" y="333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07245" y="4624404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18535" y="4688725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89" h="123189">
                <a:moveTo>
                  <a:pt x="2959" y="0"/>
                </a:moveTo>
                <a:lnTo>
                  <a:pt x="0" y="2959"/>
                </a:lnTo>
                <a:lnTo>
                  <a:pt x="120091" y="123063"/>
                </a:lnTo>
                <a:lnTo>
                  <a:pt x="123062" y="120103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236451" y="1472387"/>
            <a:ext cx="239445" cy="23944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236451" y="1425498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5" h="286385">
                <a:moveTo>
                  <a:pt x="0" y="0"/>
                </a:moveTo>
                <a:lnTo>
                  <a:pt x="0" y="5867"/>
                </a:lnTo>
                <a:lnTo>
                  <a:pt x="280454" y="286334"/>
                </a:lnTo>
                <a:lnTo>
                  <a:pt x="286334" y="286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36451" y="1378534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0" y="5867"/>
                </a:lnTo>
                <a:lnTo>
                  <a:pt x="327431" y="333298"/>
                </a:lnTo>
                <a:lnTo>
                  <a:pt x="333298" y="333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86247" y="1384401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97537" y="1448727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89" h="123190">
                <a:moveTo>
                  <a:pt x="2959" y="0"/>
                </a:moveTo>
                <a:lnTo>
                  <a:pt x="0" y="2959"/>
                </a:lnTo>
                <a:lnTo>
                  <a:pt x="120091" y="123062"/>
                </a:lnTo>
                <a:lnTo>
                  <a:pt x="123062" y="120103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236451" y="4712382"/>
            <a:ext cx="239445" cy="23945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236451" y="4665498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5" h="286385">
                <a:moveTo>
                  <a:pt x="0" y="0"/>
                </a:moveTo>
                <a:lnTo>
                  <a:pt x="0" y="5867"/>
                </a:lnTo>
                <a:lnTo>
                  <a:pt x="280454" y="286334"/>
                </a:lnTo>
                <a:lnTo>
                  <a:pt x="286334" y="286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36451" y="4618532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0" y="5867"/>
                </a:lnTo>
                <a:lnTo>
                  <a:pt x="327431" y="333298"/>
                </a:lnTo>
                <a:lnTo>
                  <a:pt x="333298" y="333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286247" y="4624404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97537" y="4688725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89" h="123189">
                <a:moveTo>
                  <a:pt x="2959" y="0"/>
                </a:moveTo>
                <a:lnTo>
                  <a:pt x="0" y="2959"/>
                </a:lnTo>
                <a:lnTo>
                  <a:pt x="120091" y="123063"/>
                </a:lnTo>
                <a:lnTo>
                  <a:pt x="123062" y="120103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25448" y="1472387"/>
            <a:ext cx="239445" cy="23944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25448" y="1425498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4" h="286385">
                <a:moveTo>
                  <a:pt x="0" y="0"/>
                </a:moveTo>
                <a:lnTo>
                  <a:pt x="0" y="5867"/>
                </a:lnTo>
                <a:lnTo>
                  <a:pt x="280454" y="286334"/>
                </a:lnTo>
                <a:lnTo>
                  <a:pt x="286334" y="286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25448" y="1378534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0" y="5867"/>
                </a:lnTo>
                <a:lnTo>
                  <a:pt x="327418" y="333298"/>
                </a:lnTo>
                <a:lnTo>
                  <a:pt x="333298" y="333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75245" y="1384401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386535" y="1448727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90" h="123190">
                <a:moveTo>
                  <a:pt x="2959" y="0"/>
                </a:moveTo>
                <a:lnTo>
                  <a:pt x="0" y="2959"/>
                </a:lnTo>
                <a:lnTo>
                  <a:pt x="120091" y="123062"/>
                </a:lnTo>
                <a:lnTo>
                  <a:pt x="123063" y="120103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25448" y="3074378"/>
            <a:ext cx="239445" cy="23945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25448" y="3027502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4" h="286385">
                <a:moveTo>
                  <a:pt x="0" y="0"/>
                </a:moveTo>
                <a:lnTo>
                  <a:pt x="0" y="5867"/>
                </a:lnTo>
                <a:lnTo>
                  <a:pt x="280454" y="286334"/>
                </a:lnTo>
                <a:lnTo>
                  <a:pt x="286334" y="286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25448" y="2980537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0" y="5867"/>
                </a:lnTo>
                <a:lnTo>
                  <a:pt x="327418" y="333298"/>
                </a:lnTo>
                <a:lnTo>
                  <a:pt x="333298" y="333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75245" y="2986405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386535" y="3050730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90" h="123189">
                <a:moveTo>
                  <a:pt x="2959" y="0"/>
                </a:moveTo>
                <a:lnTo>
                  <a:pt x="0" y="2959"/>
                </a:lnTo>
                <a:lnTo>
                  <a:pt x="120091" y="123062"/>
                </a:lnTo>
                <a:lnTo>
                  <a:pt x="123063" y="120103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225448" y="4712382"/>
            <a:ext cx="239445" cy="23945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225448" y="4665498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4" h="286385">
                <a:moveTo>
                  <a:pt x="0" y="0"/>
                </a:moveTo>
                <a:lnTo>
                  <a:pt x="0" y="5867"/>
                </a:lnTo>
                <a:lnTo>
                  <a:pt x="280454" y="286334"/>
                </a:lnTo>
                <a:lnTo>
                  <a:pt x="286334" y="286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225448" y="4618532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0" y="5867"/>
                </a:lnTo>
                <a:lnTo>
                  <a:pt x="327418" y="333298"/>
                </a:lnTo>
                <a:lnTo>
                  <a:pt x="333298" y="333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275245" y="4624404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86535" y="4688725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90" h="123189">
                <a:moveTo>
                  <a:pt x="2959" y="0"/>
                </a:moveTo>
                <a:lnTo>
                  <a:pt x="0" y="2959"/>
                </a:lnTo>
                <a:lnTo>
                  <a:pt x="120091" y="123063"/>
                </a:lnTo>
                <a:lnTo>
                  <a:pt x="123063" y="120103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628299" y="334530"/>
            <a:ext cx="239445" cy="23944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581410" y="334530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5" h="286384">
                <a:moveTo>
                  <a:pt x="5880" y="0"/>
                </a:moveTo>
                <a:lnTo>
                  <a:pt x="0" y="0"/>
                </a:lnTo>
                <a:lnTo>
                  <a:pt x="286334" y="286334"/>
                </a:lnTo>
                <a:lnTo>
                  <a:pt x="286334" y="280466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534446" y="334530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5867" y="0"/>
                </a:moveTo>
                <a:lnTo>
                  <a:pt x="0" y="0"/>
                </a:lnTo>
                <a:lnTo>
                  <a:pt x="333298" y="333298"/>
                </a:lnTo>
                <a:lnTo>
                  <a:pt x="333298" y="327431"/>
                </a:lnTo>
                <a:lnTo>
                  <a:pt x="58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541926" y="385927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583607" y="474573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89" h="123190">
                <a:moveTo>
                  <a:pt x="2971" y="0"/>
                </a:moveTo>
                <a:lnTo>
                  <a:pt x="0" y="2959"/>
                </a:lnTo>
                <a:lnTo>
                  <a:pt x="120103" y="123063"/>
                </a:lnTo>
                <a:lnTo>
                  <a:pt x="123063" y="120103"/>
                </a:lnTo>
                <a:lnTo>
                  <a:pt x="29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628299" y="1936521"/>
            <a:ext cx="239445" cy="2394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581410" y="1936534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5" h="286385">
                <a:moveTo>
                  <a:pt x="5880" y="0"/>
                </a:moveTo>
                <a:lnTo>
                  <a:pt x="0" y="0"/>
                </a:lnTo>
                <a:lnTo>
                  <a:pt x="286334" y="286334"/>
                </a:lnTo>
                <a:lnTo>
                  <a:pt x="286334" y="280466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534446" y="1936534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5867" y="0"/>
                </a:moveTo>
                <a:lnTo>
                  <a:pt x="0" y="0"/>
                </a:lnTo>
                <a:lnTo>
                  <a:pt x="333298" y="333298"/>
                </a:lnTo>
                <a:lnTo>
                  <a:pt x="333298" y="327431"/>
                </a:lnTo>
                <a:lnTo>
                  <a:pt x="58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541926" y="198791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583607" y="2076577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89" h="123189">
                <a:moveTo>
                  <a:pt x="2971" y="0"/>
                </a:moveTo>
                <a:lnTo>
                  <a:pt x="0" y="2959"/>
                </a:lnTo>
                <a:lnTo>
                  <a:pt x="120103" y="123063"/>
                </a:lnTo>
                <a:lnTo>
                  <a:pt x="123063" y="120103"/>
                </a:lnTo>
                <a:lnTo>
                  <a:pt x="29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655917" y="1914741"/>
            <a:ext cx="239445" cy="23944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609029" y="1914741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4" h="286385">
                <a:moveTo>
                  <a:pt x="5880" y="0"/>
                </a:moveTo>
                <a:lnTo>
                  <a:pt x="0" y="0"/>
                </a:lnTo>
                <a:lnTo>
                  <a:pt x="286334" y="286334"/>
                </a:lnTo>
                <a:lnTo>
                  <a:pt x="286334" y="280466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562064" y="1914741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5880" y="0"/>
                </a:moveTo>
                <a:lnTo>
                  <a:pt x="0" y="0"/>
                </a:lnTo>
                <a:lnTo>
                  <a:pt x="333298" y="333298"/>
                </a:lnTo>
                <a:lnTo>
                  <a:pt x="333298" y="327431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569544" y="1966137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611225" y="2054784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90" h="123189">
                <a:moveTo>
                  <a:pt x="2971" y="0"/>
                </a:moveTo>
                <a:lnTo>
                  <a:pt x="0" y="2959"/>
                </a:lnTo>
                <a:lnTo>
                  <a:pt x="120103" y="123063"/>
                </a:lnTo>
                <a:lnTo>
                  <a:pt x="123075" y="120103"/>
                </a:lnTo>
                <a:lnTo>
                  <a:pt x="29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628299" y="3574529"/>
            <a:ext cx="239445" cy="23944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581410" y="3574529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5" h="286385">
                <a:moveTo>
                  <a:pt x="5880" y="0"/>
                </a:moveTo>
                <a:lnTo>
                  <a:pt x="0" y="0"/>
                </a:lnTo>
                <a:lnTo>
                  <a:pt x="286334" y="286334"/>
                </a:lnTo>
                <a:lnTo>
                  <a:pt x="286334" y="280466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534446" y="3574530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5867" y="0"/>
                </a:moveTo>
                <a:lnTo>
                  <a:pt x="0" y="0"/>
                </a:lnTo>
                <a:lnTo>
                  <a:pt x="333298" y="333298"/>
                </a:lnTo>
                <a:lnTo>
                  <a:pt x="333298" y="327431"/>
                </a:lnTo>
                <a:lnTo>
                  <a:pt x="58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541926" y="3625926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583607" y="3714572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89" h="123189">
                <a:moveTo>
                  <a:pt x="2971" y="0"/>
                </a:moveTo>
                <a:lnTo>
                  <a:pt x="0" y="2959"/>
                </a:lnTo>
                <a:lnTo>
                  <a:pt x="120103" y="123062"/>
                </a:lnTo>
                <a:lnTo>
                  <a:pt x="123063" y="120103"/>
                </a:lnTo>
                <a:lnTo>
                  <a:pt x="29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707301" y="334530"/>
            <a:ext cx="239445" cy="23944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660413" y="334530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4" h="286384">
                <a:moveTo>
                  <a:pt x="5880" y="0"/>
                </a:moveTo>
                <a:lnTo>
                  <a:pt x="0" y="0"/>
                </a:lnTo>
                <a:lnTo>
                  <a:pt x="286334" y="286334"/>
                </a:lnTo>
                <a:lnTo>
                  <a:pt x="286334" y="280466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613449" y="334530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5880" y="0"/>
                </a:moveTo>
                <a:lnTo>
                  <a:pt x="0" y="0"/>
                </a:lnTo>
                <a:lnTo>
                  <a:pt x="333298" y="333298"/>
                </a:lnTo>
                <a:lnTo>
                  <a:pt x="333298" y="327431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620929" y="385927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662610" y="474573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90" h="123190">
                <a:moveTo>
                  <a:pt x="2971" y="0"/>
                </a:moveTo>
                <a:lnTo>
                  <a:pt x="0" y="2959"/>
                </a:lnTo>
                <a:lnTo>
                  <a:pt x="120103" y="123063"/>
                </a:lnTo>
                <a:lnTo>
                  <a:pt x="123075" y="120103"/>
                </a:lnTo>
                <a:lnTo>
                  <a:pt x="29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707301" y="3574529"/>
            <a:ext cx="239445" cy="23944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660413" y="3574529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4" h="286385">
                <a:moveTo>
                  <a:pt x="5880" y="0"/>
                </a:moveTo>
                <a:lnTo>
                  <a:pt x="0" y="0"/>
                </a:lnTo>
                <a:lnTo>
                  <a:pt x="286334" y="286334"/>
                </a:lnTo>
                <a:lnTo>
                  <a:pt x="286334" y="280466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613449" y="3574530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5880" y="0"/>
                </a:moveTo>
                <a:lnTo>
                  <a:pt x="0" y="0"/>
                </a:lnTo>
                <a:lnTo>
                  <a:pt x="333298" y="333298"/>
                </a:lnTo>
                <a:lnTo>
                  <a:pt x="333298" y="327431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620929" y="3625926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662610" y="3714572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90" h="123189">
                <a:moveTo>
                  <a:pt x="2971" y="0"/>
                </a:moveTo>
                <a:lnTo>
                  <a:pt x="0" y="2959"/>
                </a:lnTo>
                <a:lnTo>
                  <a:pt x="120103" y="123062"/>
                </a:lnTo>
                <a:lnTo>
                  <a:pt x="123075" y="120103"/>
                </a:lnTo>
                <a:lnTo>
                  <a:pt x="29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696299" y="334530"/>
            <a:ext cx="239445" cy="23944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649411" y="334530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4" h="286384">
                <a:moveTo>
                  <a:pt x="5880" y="0"/>
                </a:moveTo>
                <a:lnTo>
                  <a:pt x="0" y="0"/>
                </a:lnTo>
                <a:lnTo>
                  <a:pt x="286334" y="286334"/>
                </a:lnTo>
                <a:lnTo>
                  <a:pt x="286334" y="280466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602446" y="334530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5867" y="0"/>
                </a:moveTo>
                <a:lnTo>
                  <a:pt x="0" y="0"/>
                </a:lnTo>
                <a:lnTo>
                  <a:pt x="333298" y="333298"/>
                </a:lnTo>
                <a:lnTo>
                  <a:pt x="333298" y="327431"/>
                </a:lnTo>
                <a:lnTo>
                  <a:pt x="58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609927" y="385927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651608" y="474573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90" h="123190">
                <a:moveTo>
                  <a:pt x="2971" y="0"/>
                </a:moveTo>
                <a:lnTo>
                  <a:pt x="0" y="2959"/>
                </a:lnTo>
                <a:lnTo>
                  <a:pt x="120103" y="123063"/>
                </a:lnTo>
                <a:lnTo>
                  <a:pt x="123063" y="120103"/>
                </a:lnTo>
                <a:lnTo>
                  <a:pt x="29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696299" y="1936521"/>
            <a:ext cx="239445" cy="2394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649411" y="1936534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4" h="286385">
                <a:moveTo>
                  <a:pt x="5880" y="0"/>
                </a:moveTo>
                <a:lnTo>
                  <a:pt x="0" y="0"/>
                </a:lnTo>
                <a:lnTo>
                  <a:pt x="286334" y="286334"/>
                </a:lnTo>
                <a:lnTo>
                  <a:pt x="286334" y="280466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8602446" y="1936534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5867" y="0"/>
                </a:moveTo>
                <a:lnTo>
                  <a:pt x="0" y="0"/>
                </a:lnTo>
                <a:lnTo>
                  <a:pt x="333298" y="333298"/>
                </a:lnTo>
                <a:lnTo>
                  <a:pt x="333298" y="327431"/>
                </a:lnTo>
                <a:lnTo>
                  <a:pt x="58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8609927" y="198791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8651608" y="2076577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90" h="123189">
                <a:moveTo>
                  <a:pt x="2971" y="0"/>
                </a:moveTo>
                <a:lnTo>
                  <a:pt x="0" y="2959"/>
                </a:lnTo>
                <a:lnTo>
                  <a:pt x="120103" y="123063"/>
                </a:lnTo>
                <a:lnTo>
                  <a:pt x="123063" y="120103"/>
                </a:lnTo>
                <a:lnTo>
                  <a:pt x="29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696299" y="3574529"/>
            <a:ext cx="239445" cy="23944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649411" y="3574529"/>
            <a:ext cx="286385" cy="286385"/>
          </a:xfrm>
          <a:custGeom>
            <a:avLst/>
            <a:gdLst/>
            <a:ahLst/>
            <a:cxnLst/>
            <a:rect l="l" t="t" r="r" b="b"/>
            <a:pathLst>
              <a:path w="286384" h="286385">
                <a:moveTo>
                  <a:pt x="5880" y="0"/>
                </a:moveTo>
                <a:lnTo>
                  <a:pt x="0" y="0"/>
                </a:lnTo>
                <a:lnTo>
                  <a:pt x="286334" y="286334"/>
                </a:lnTo>
                <a:lnTo>
                  <a:pt x="286334" y="280466"/>
                </a:lnTo>
                <a:lnTo>
                  <a:pt x="5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602446" y="3574530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5867" y="0"/>
                </a:moveTo>
                <a:lnTo>
                  <a:pt x="0" y="0"/>
                </a:lnTo>
                <a:lnTo>
                  <a:pt x="333298" y="333298"/>
                </a:lnTo>
                <a:lnTo>
                  <a:pt x="333298" y="327431"/>
                </a:lnTo>
                <a:lnTo>
                  <a:pt x="58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609927" y="3625926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959" y="0"/>
                </a:moveTo>
                <a:lnTo>
                  <a:pt x="0" y="2959"/>
                </a:lnTo>
                <a:lnTo>
                  <a:pt x="273075" y="276034"/>
                </a:lnTo>
                <a:lnTo>
                  <a:pt x="276034" y="273075"/>
                </a:lnTo>
                <a:lnTo>
                  <a:pt x="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651608" y="3714572"/>
            <a:ext cx="123189" cy="123189"/>
          </a:xfrm>
          <a:custGeom>
            <a:avLst/>
            <a:gdLst/>
            <a:ahLst/>
            <a:cxnLst/>
            <a:rect l="l" t="t" r="r" b="b"/>
            <a:pathLst>
              <a:path w="123190" h="123189">
                <a:moveTo>
                  <a:pt x="2971" y="0"/>
                </a:moveTo>
                <a:lnTo>
                  <a:pt x="0" y="2959"/>
                </a:lnTo>
                <a:lnTo>
                  <a:pt x="120103" y="123062"/>
                </a:lnTo>
                <a:lnTo>
                  <a:pt x="123063" y="120103"/>
                </a:lnTo>
                <a:lnTo>
                  <a:pt x="29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>
            <a:spLocks noGrp="1"/>
          </p:cNvSpPr>
          <p:nvPr>
            <p:ph type="title"/>
          </p:nvPr>
        </p:nvSpPr>
        <p:spPr>
          <a:xfrm>
            <a:off x="437407" y="234493"/>
            <a:ext cx="1920239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4330">
              <a:lnSpc>
                <a:spcPct val="100000"/>
              </a:lnSpc>
              <a:spcBef>
                <a:spcPts val="100"/>
              </a:spcBef>
            </a:pPr>
            <a:r>
              <a:rPr sz="2800" b="0" spc="15" dirty="0">
                <a:solidFill>
                  <a:srgbClr val="000000"/>
                </a:solidFill>
                <a:latin typeface="Effra" panose="02000506080000020004" pitchFamily="2" charset="0"/>
              </a:rPr>
              <a:t>modelo  </a:t>
            </a:r>
            <a:r>
              <a:rPr sz="2800" b="0" spc="-15" dirty="0">
                <a:solidFill>
                  <a:srgbClr val="000000"/>
                </a:solidFill>
                <a:latin typeface="Effra" panose="02000506080000020004" pitchFamily="2" charset="0"/>
              </a:rPr>
              <a:t>de</a:t>
            </a:r>
            <a:r>
              <a:rPr sz="2800" b="0" spc="-425" dirty="0">
                <a:solidFill>
                  <a:srgbClr val="000000"/>
                </a:solidFill>
                <a:latin typeface="Effra" panose="02000506080000020004" pitchFamily="2" charset="0"/>
              </a:rPr>
              <a:t> </a:t>
            </a:r>
            <a:r>
              <a:rPr sz="2800" b="0" spc="20" dirty="0">
                <a:solidFill>
                  <a:srgbClr val="000000"/>
                </a:solidFill>
                <a:latin typeface="Effra" panose="02000506080000020004" pitchFamily="2" charset="0"/>
              </a:rPr>
              <a:t>encontro</a:t>
            </a:r>
            <a:endParaRPr sz="2800" dirty="0">
              <a:latin typeface="Effra" panose="02000506080000020004" pitchFamily="2" charset="0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93920" y="2845833"/>
            <a:ext cx="1005798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35" dirty="0">
                <a:latin typeface="Effra" panose="02000506080000020004" pitchFamily="2" charset="0"/>
                <a:cs typeface="Trebuchet MS"/>
              </a:rPr>
              <a:t>MADE2MAKE</a:t>
            </a:r>
            <a:endParaRPr sz="1100" dirty="0">
              <a:latin typeface="Effra" panose="02000506080000020004" pitchFamily="2" charset="0"/>
              <a:cs typeface="Trebuchet M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91915" y="1206805"/>
            <a:ext cx="143065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5" dirty="0">
                <a:latin typeface="Effra" panose="02000506080000020004" pitchFamily="2" charset="0"/>
                <a:cs typeface="Trebuchet MS"/>
              </a:rPr>
              <a:t>vamos</a:t>
            </a:r>
            <a:r>
              <a:rPr sz="1000" spc="-14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30" dirty="0">
                <a:latin typeface="Effra" panose="02000506080000020004" pitchFamily="2" charset="0"/>
                <a:cs typeface="Trebuchet MS"/>
              </a:rPr>
              <a:t>nos</a:t>
            </a:r>
            <a:r>
              <a:rPr sz="1000" spc="-14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encontrar</a:t>
            </a:r>
            <a:r>
              <a:rPr sz="1000" spc="-13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aqui</a:t>
            </a:r>
            <a:endParaRPr sz="1000">
              <a:latin typeface="Effra" panose="02000506080000020004" pitchFamily="2" charset="0"/>
              <a:cs typeface="Trebuchet MS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398348" y="2001672"/>
            <a:ext cx="394817" cy="21695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027339" y="2001672"/>
            <a:ext cx="394830" cy="21695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98812" y="3261654"/>
            <a:ext cx="2002853" cy="137149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470624" y="3474125"/>
            <a:ext cx="2003425" cy="89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Uma manhã ou 1/2 dia.</a:t>
            </a:r>
            <a:endParaRPr sz="1100" dirty="0">
              <a:latin typeface="Effra" panose="02000506080000020004" pitchFamily="2" charset="0"/>
              <a:cs typeface="Arial"/>
            </a:endParaRPr>
          </a:p>
          <a:p>
            <a:pPr marL="17145" algn="ctr">
              <a:lnSpc>
                <a:spcPct val="100000"/>
              </a:lnSpc>
              <a:spcBef>
                <a:spcPts val="880"/>
              </a:spcBef>
            </a:pPr>
            <a:r>
              <a:rPr sz="110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20 ou 30 executivos.</a:t>
            </a:r>
            <a:endParaRPr sz="1100" dirty="0">
              <a:latin typeface="Effra" panose="02000506080000020004" pitchFamily="2" charset="0"/>
              <a:cs typeface="Arial"/>
            </a:endParaRPr>
          </a:p>
          <a:p>
            <a:pPr marL="18415" algn="ctr">
              <a:lnSpc>
                <a:spcPts val="1210"/>
              </a:lnSpc>
              <a:spcBef>
                <a:spcPts val="880"/>
              </a:spcBef>
            </a:pPr>
            <a:r>
              <a:rPr sz="110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Modelo com momentos de</a:t>
            </a:r>
            <a:endParaRPr sz="1100" dirty="0">
              <a:latin typeface="Effra" panose="02000506080000020004" pitchFamily="2" charset="0"/>
              <a:cs typeface="Arial"/>
            </a:endParaRPr>
          </a:p>
          <a:p>
            <a:pPr marL="17145" algn="ctr">
              <a:lnSpc>
                <a:spcPts val="1210"/>
              </a:lnSpc>
            </a:pPr>
            <a:r>
              <a:rPr sz="1100" i="1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networking </a:t>
            </a:r>
            <a:r>
              <a:rPr sz="110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privilegiados.</a:t>
            </a:r>
            <a:endParaRPr sz="1100" dirty="0">
              <a:latin typeface="Effra" panose="02000506080000020004" pitchFamily="2" charset="0"/>
              <a:cs typeface="Arial"/>
            </a:endParaRPr>
          </a:p>
        </p:txBody>
      </p:sp>
      <p:pic>
        <p:nvPicPr>
          <p:cNvPr id="113" name="Imagem 112">
            <a:extLst>
              <a:ext uri="{FF2B5EF4-FFF2-40B4-BE49-F238E27FC236}">
                <a16:creationId xmlns:a16="http://schemas.microsoft.com/office/drawing/2014/main" id="{A355E439-EF98-4A7A-940C-2E96F26D7334}"/>
              </a:ext>
            </a:extLst>
          </p:cNvPr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0" t="38601" r="67321" b="40054"/>
          <a:stretch/>
        </p:blipFill>
        <p:spPr>
          <a:xfrm>
            <a:off x="934982" y="1717179"/>
            <a:ext cx="950539" cy="9167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8669" y="101320"/>
            <a:ext cx="26396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0" spc="60" dirty="0">
                <a:solidFill>
                  <a:srgbClr val="0099CC"/>
                </a:solidFill>
                <a:latin typeface="Effra" panose="02000506080000020004" pitchFamily="2" charset="0"/>
              </a:rPr>
              <a:t>sua</a:t>
            </a:r>
            <a:r>
              <a:rPr sz="3400" b="0" spc="-480" dirty="0">
                <a:solidFill>
                  <a:srgbClr val="0099CC"/>
                </a:solidFill>
                <a:latin typeface="Effra" panose="02000506080000020004" pitchFamily="2" charset="0"/>
              </a:rPr>
              <a:t> </a:t>
            </a:r>
            <a:r>
              <a:rPr sz="3400" b="0" spc="25" dirty="0">
                <a:solidFill>
                  <a:srgbClr val="0099CC"/>
                </a:solidFill>
                <a:latin typeface="Effra" panose="02000506080000020004" pitchFamily="2" charset="0"/>
              </a:rPr>
              <a:t>proposta:</a:t>
            </a:r>
            <a:endParaRPr sz="3400" dirty="0">
              <a:latin typeface="Effra" panose="02000506080000020004" pitchFamily="2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57810"/>
            <a:ext cx="2052853" cy="46539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57741" y="3911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40">
                <a:moveTo>
                  <a:pt x="20446" y="0"/>
                </a:moveTo>
                <a:lnTo>
                  <a:pt x="0" y="0"/>
                </a:lnTo>
                <a:lnTo>
                  <a:pt x="180225" y="180213"/>
                </a:lnTo>
                <a:lnTo>
                  <a:pt x="180225" y="159766"/>
                </a:lnTo>
                <a:lnTo>
                  <a:pt x="20446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94165" y="3911"/>
            <a:ext cx="344170" cy="344170"/>
          </a:xfrm>
          <a:custGeom>
            <a:avLst/>
            <a:gdLst/>
            <a:ahLst/>
            <a:cxnLst/>
            <a:rect l="l" t="t" r="r" b="b"/>
            <a:pathLst>
              <a:path w="344170" h="344170">
                <a:moveTo>
                  <a:pt x="20446" y="0"/>
                </a:moveTo>
                <a:lnTo>
                  <a:pt x="0" y="0"/>
                </a:lnTo>
                <a:lnTo>
                  <a:pt x="343801" y="343789"/>
                </a:lnTo>
                <a:lnTo>
                  <a:pt x="343801" y="323354"/>
                </a:lnTo>
                <a:lnTo>
                  <a:pt x="20446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630869" y="3911"/>
            <a:ext cx="507365" cy="507365"/>
          </a:xfrm>
          <a:custGeom>
            <a:avLst/>
            <a:gdLst/>
            <a:ahLst/>
            <a:cxnLst/>
            <a:rect l="l" t="t" r="r" b="b"/>
            <a:pathLst>
              <a:path w="507365" h="507365">
                <a:moveTo>
                  <a:pt x="20446" y="0"/>
                </a:moveTo>
                <a:lnTo>
                  <a:pt x="0" y="0"/>
                </a:lnTo>
                <a:lnTo>
                  <a:pt x="507085" y="507085"/>
                </a:lnTo>
                <a:lnTo>
                  <a:pt x="507085" y="486638"/>
                </a:lnTo>
                <a:lnTo>
                  <a:pt x="20446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67293" y="3911"/>
            <a:ext cx="671195" cy="671195"/>
          </a:xfrm>
          <a:custGeom>
            <a:avLst/>
            <a:gdLst/>
            <a:ahLst/>
            <a:cxnLst/>
            <a:rect l="l" t="t" r="r" b="b"/>
            <a:pathLst>
              <a:path w="671195" h="671195">
                <a:moveTo>
                  <a:pt x="20446" y="0"/>
                </a:moveTo>
                <a:lnTo>
                  <a:pt x="0" y="0"/>
                </a:lnTo>
                <a:lnTo>
                  <a:pt x="670661" y="670648"/>
                </a:lnTo>
                <a:lnTo>
                  <a:pt x="670661" y="650201"/>
                </a:lnTo>
                <a:lnTo>
                  <a:pt x="20446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04021" y="3911"/>
            <a:ext cx="834390" cy="834390"/>
          </a:xfrm>
          <a:custGeom>
            <a:avLst/>
            <a:gdLst/>
            <a:ahLst/>
            <a:cxnLst/>
            <a:rect l="l" t="t" r="r" b="b"/>
            <a:pathLst>
              <a:path w="834390" h="834390">
                <a:moveTo>
                  <a:pt x="20446" y="0"/>
                </a:moveTo>
                <a:lnTo>
                  <a:pt x="0" y="0"/>
                </a:lnTo>
                <a:lnTo>
                  <a:pt x="833945" y="833945"/>
                </a:lnTo>
                <a:lnTo>
                  <a:pt x="833945" y="813498"/>
                </a:lnTo>
                <a:lnTo>
                  <a:pt x="20446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40725" y="3911"/>
            <a:ext cx="997585" cy="997585"/>
          </a:xfrm>
          <a:custGeom>
            <a:avLst/>
            <a:gdLst/>
            <a:ahLst/>
            <a:cxnLst/>
            <a:rect l="l" t="t" r="r" b="b"/>
            <a:pathLst>
              <a:path w="997584" h="997585">
                <a:moveTo>
                  <a:pt x="20446" y="0"/>
                </a:moveTo>
                <a:lnTo>
                  <a:pt x="0" y="0"/>
                </a:lnTo>
                <a:lnTo>
                  <a:pt x="997229" y="997216"/>
                </a:lnTo>
                <a:lnTo>
                  <a:pt x="997229" y="976769"/>
                </a:lnTo>
                <a:lnTo>
                  <a:pt x="20446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77161" y="3911"/>
            <a:ext cx="1161415" cy="1161415"/>
          </a:xfrm>
          <a:custGeom>
            <a:avLst/>
            <a:gdLst/>
            <a:ahLst/>
            <a:cxnLst/>
            <a:rect l="l" t="t" r="r" b="b"/>
            <a:pathLst>
              <a:path w="1161415" h="1161415">
                <a:moveTo>
                  <a:pt x="20446" y="0"/>
                </a:moveTo>
                <a:lnTo>
                  <a:pt x="0" y="0"/>
                </a:lnTo>
                <a:lnTo>
                  <a:pt x="1160805" y="1160792"/>
                </a:lnTo>
                <a:lnTo>
                  <a:pt x="1160805" y="1140345"/>
                </a:lnTo>
                <a:lnTo>
                  <a:pt x="20446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03184" y="182867"/>
            <a:ext cx="961390" cy="962025"/>
          </a:xfrm>
          <a:custGeom>
            <a:avLst/>
            <a:gdLst/>
            <a:ahLst/>
            <a:cxnLst/>
            <a:rect l="l" t="t" r="r" b="b"/>
            <a:pathLst>
              <a:path w="961390" h="962025">
                <a:moveTo>
                  <a:pt x="10325" y="0"/>
                </a:moveTo>
                <a:lnTo>
                  <a:pt x="0" y="10325"/>
                </a:lnTo>
                <a:lnTo>
                  <a:pt x="951064" y="961402"/>
                </a:lnTo>
                <a:lnTo>
                  <a:pt x="961390" y="951077"/>
                </a:lnTo>
                <a:lnTo>
                  <a:pt x="10325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8345" y="491617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10325" y="0"/>
                </a:moveTo>
                <a:lnTo>
                  <a:pt x="0" y="10325"/>
                </a:lnTo>
                <a:lnTo>
                  <a:pt x="418299" y="428624"/>
                </a:lnTo>
                <a:lnTo>
                  <a:pt x="428625" y="418299"/>
                </a:lnTo>
                <a:lnTo>
                  <a:pt x="10325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03287" y="2932125"/>
            <a:ext cx="253657" cy="2536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21461" y="2850312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4">
                <a:moveTo>
                  <a:pt x="335483" y="0"/>
                </a:moveTo>
                <a:lnTo>
                  <a:pt x="0" y="335470"/>
                </a:lnTo>
                <a:lnTo>
                  <a:pt x="10223" y="335470"/>
                </a:lnTo>
                <a:lnTo>
                  <a:pt x="335483" y="10223"/>
                </a:lnTo>
                <a:lnTo>
                  <a:pt x="335483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9788" y="2768625"/>
            <a:ext cx="417195" cy="417195"/>
          </a:xfrm>
          <a:custGeom>
            <a:avLst/>
            <a:gdLst/>
            <a:ahLst/>
            <a:cxnLst/>
            <a:rect l="l" t="t" r="r" b="b"/>
            <a:pathLst>
              <a:path w="417195" h="417194">
                <a:moveTo>
                  <a:pt x="417156" y="0"/>
                </a:moveTo>
                <a:lnTo>
                  <a:pt x="0" y="417156"/>
                </a:lnTo>
                <a:lnTo>
                  <a:pt x="10223" y="417156"/>
                </a:lnTo>
                <a:lnTo>
                  <a:pt x="417156" y="10236"/>
                </a:lnTo>
                <a:lnTo>
                  <a:pt x="417156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58114" y="2686951"/>
            <a:ext cx="499109" cy="499109"/>
          </a:xfrm>
          <a:custGeom>
            <a:avLst/>
            <a:gdLst/>
            <a:ahLst/>
            <a:cxnLst/>
            <a:rect l="l" t="t" r="r" b="b"/>
            <a:pathLst>
              <a:path w="499109" h="499110">
                <a:moveTo>
                  <a:pt x="498830" y="0"/>
                </a:moveTo>
                <a:lnTo>
                  <a:pt x="0" y="498830"/>
                </a:lnTo>
                <a:lnTo>
                  <a:pt x="10223" y="498830"/>
                </a:lnTo>
                <a:lnTo>
                  <a:pt x="498830" y="10223"/>
                </a:lnTo>
                <a:lnTo>
                  <a:pt x="498830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76288" y="2605125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580656" y="0"/>
                </a:moveTo>
                <a:lnTo>
                  <a:pt x="0" y="580656"/>
                </a:lnTo>
                <a:lnTo>
                  <a:pt x="10223" y="580656"/>
                </a:lnTo>
                <a:lnTo>
                  <a:pt x="580656" y="10223"/>
                </a:lnTo>
                <a:lnTo>
                  <a:pt x="580656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86511" y="2618143"/>
            <a:ext cx="481330" cy="481330"/>
          </a:xfrm>
          <a:custGeom>
            <a:avLst/>
            <a:gdLst/>
            <a:ahLst/>
            <a:cxnLst/>
            <a:rect l="l" t="t" r="r" b="b"/>
            <a:pathLst>
              <a:path w="481329" h="481330">
                <a:moveTo>
                  <a:pt x="475742" y="0"/>
                </a:moveTo>
                <a:lnTo>
                  <a:pt x="0" y="475742"/>
                </a:lnTo>
                <a:lnTo>
                  <a:pt x="5156" y="480910"/>
                </a:lnTo>
                <a:lnTo>
                  <a:pt x="480910" y="5168"/>
                </a:lnTo>
                <a:lnTo>
                  <a:pt x="475742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98575" y="2690761"/>
            <a:ext cx="214629" cy="214629"/>
          </a:xfrm>
          <a:custGeom>
            <a:avLst/>
            <a:gdLst/>
            <a:ahLst/>
            <a:cxnLst/>
            <a:rect l="l" t="t" r="r" b="b"/>
            <a:pathLst>
              <a:path w="214629" h="214630">
                <a:moveTo>
                  <a:pt x="209245" y="0"/>
                </a:moveTo>
                <a:lnTo>
                  <a:pt x="0" y="209245"/>
                </a:lnTo>
                <a:lnTo>
                  <a:pt x="5168" y="214401"/>
                </a:lnTo>
                <a:lnTo>
                  <a:pt x="214414" y="5168"/>
                </a:lnTo>
                <a:lnTo>
                  <a:pt x="209245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00234" y="2948140"/>
            <a:ext cx="253657" cy="2536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00234" y="2866313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4" h="335914">
                <a:moveTo>
                  <a:pt x="0" y="0"/>
                </a:moveTo>
                <a:lnTo>
                  <a:pt x="0" y="10223"/>
                </a:lnTo>
                <a:lnTo>
                  <a:pt x="325247" y="335483"/>
                </a:lnTo>
                <a:lnTo>
                  <a:pt x="335470" y="335483"/>
                </a:lnTo>
                <a:lnTo>
                  <a:pt x="0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00234" y="2784640"/>
            <a:ext cx="417195" cy="417195"/>
          </a:xfrm>
          <a:custGeom>
            <a:avLst/>
            <a:gdLst/>
            <a:ahLst/>
            <a:cxnLst/>
            <a:rect l="l" t="t" r="r" b="b"/>
            <a:pathLst>
              <a:path w="417195" h="417194">
                <a:moveTo>
                  <a:pt x="0" y="0"/>
                </a:moveTo>
                <a:lnTo>
                  <a:pt x="0" y="10223"/>
                </a:lnTo>
                <a:lnTo>
                  <a:pt x="406920" y="417156"/>
                </a:lnTo>
                <a:lnTo>
                  <a:pt x="417156" y="417156"/>
                </a:lnTo>
                <a:lnTo>
                  <a:pt x="0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00234" y="2702953"/>
            <a:ext cx="499109" cy="499109"/>
          </a:xfrm>
          <a:custGeom>
            <a:avLst/>
            <a:gdLst/>
            <a:ahLst/>
            <a:cxnLst/>
            <a:rect l="l" t="t" r="r" b="b"/>
            <a:pathLst>
              <a:path w="499110" h="499110">
                <a:moveTo>
                  <a:pt x="0" y="0"/>
                </a:moveTo>
                <a:lnTo>
                  <a:pt x="0" y="10223"/>
                </a:lnTo>
                <a:lnTo>
                  <a:pt x="488607" y="498830"/>
                </a:lnTo>
                <a:lnTo>
                  <a:pt x="498830" y="498830"/>
                </a:lnTo>
                <a:lnTo>
                  <a:pt x="0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00234" y="2621140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0" y="10223"/>
                </a:lnTo>
                <a:lnTo>
                  <a:pt x="570433" y="580656"/>
                </a:lnTo>
                <a:lnTo>
                  <a:pt x="580656" y="580656"/>
                </a:lnTo>
                <a:lnTo>
                  <a:pt x="0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86950" y="2631363"/>
            <a:ext cx="481330" cy="481330"/>
          </a:xfrm>
          <a:custGeom>
            <a:avLst/>
            <a:gdLst/>
            <a:ahLst/>
            <a:cxnLst/>
            <a:rect l="l" t="t" r="r" b="b"/>
            <a:pathLst>
              <a:path w="481329" h="481330">
                <a:moveTo>
                  <a:pt x="5168" y="0"/>
                </a:moveTo>
                <a:lnTo>
                  <a:pt x="0" y="5156"/>
                </a:lnTo>
                <a:lnTo>
                  <a:pt x="475742" y="480910"/>
                </a:lnTo>
                <a:lnTo>
                  <a:pt x="480910" y="475742"/>
                </a:lnTo>
                <a:lnTo>
                  <a:pt x="5168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80854" y="2743416"/>
            <a:ext cx="214629" cy="214629"/>
          </a:xfrm>
          <a:custGeom>
            <a:avLst/>
            <a:gdLst/>
            <a:ahLst/>
            <a:cxnLst/>
            <a:rect l="l" t="t" r="r" b="b"/>
            <a:pathLst>
              <a:path w="214629" h="214630">
                <a:moveTo>
                  <a:pt x="5156" y="0"/>
                </a:moveTo>
                <a:lnTo>
                  <a:pt x="0" y="5168"/>
                </a:lnTo>
                <a:lnTo>
                  <a:pt x="209232" y="214414"/>
                </a:lnTo>
                <a:lnTo>
                  <a:pt x="214401" y="209245"/>
                </a:lnTo>
                <a:lnTo>
                  <a:pt x="5156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896362" y="4893945"/>
            <a:ext cx="247637" cy="2449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838450" y="4833379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70">
                <a:moveTo>
                  <a:pt x="305549" y="0"/>
                </a:moveTo>
                <a:lnTo>
                  <a:pt x="0" y="305549"/>
                </a:lnTo>
                <a:lnTo>
                  <a:pt x="8978" y="305549"/>
                </a:lnTo>
                <a:lnTo>
                  <a:pt x="305549" y="8978"/>
                </a:lnTo>
                <a:lnTo>
                  <a:pt x="305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780526" y="4775467"/>
            <a:ext cx="363855" cy="363855"/>
          </a:xfrm>
          <a:custGeom>
            <a:avLst/>
            <a:gdLst/>
            <a:ahLst/>
            <a:cxnLst/>
            <a:rect l="l" t="t" r="r" b="b"/>
            <a:pathLst>
              <a:path w="363854" h="363854">
                <a:moveTo>
                  <a:pt x="363474" y="0"/>
                </a:moveTo>
                <a:lnTo>
                  <a:pt x="0" y="363461"/>
                </a:lnTo>
                <a:lnTo>
                  <a:pt x="8978" y="363461"/>
                </a:lnTo>
                <a:lnTo>
                  <a:pt x="363474" y="8978"/>
                </a:lnTo>
                <a:lnTo>
                  <a:pt x="363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722626" y="4717555"/>
            <a:ext cx="421640" cy="421640"/>
          </a:xfrm>
          <a:custGeom>
            <a:avLst/>
            <a:gdLst/>
            <a:ahLst/>
            <a:cxnLst/>
            <a:rect l="l" t="t" r="r" b="b"/>
            <a:pathLst>
              <a:path w="421640" h="421639">
                <a:moveTo>
                  <a:pt x="421373" y="0"/>
                </a:moveTo>
                <a:lnTo>
                  <a:pt x="0" y="421373"/>
                </a:lnTo>
                <a:lnTo>
                  <a:pt x="8978" y="421373"/>
                </a:lnTo>
                <a:lnTo>
                  <a:pt x="421373" y="8978"/>
                </a:lnTo>
                <a:lnTo>
                  <a:pt x="4213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64702" y="4659630"/>
            <a:ext cx="479425" cy="479425"/>
          </a:xfrm>
          <a:custGeom>
            <a:avLst/>
            <a:gdLst/>
            <a:ahLst/>
            <a:cxnLst/>
            <a:rect l="l" t="t" r="r" b="b"/>
            <a:pathLst>
              <a:path w="479425" h="479425">
                <a:moveTo>
                  <a:pt x="479298" y="0"/>
                </a:moveTo>
                <a:lnTo>
                  <a:pt x="0" y="479298"/>
                </a:lnTo>
                <a:lnTo>
                  <a:pt x="8978" y="479298"/>
                </a:lnTo>
                <a:lnTo>
                  <a:pt x="479298" y="8978"/>
                </a:lnTo>
                <a:lnTo>
                  <a:pt x="4792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606815" y="4601794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09" h="537210">
                <a:moveTo>
                  <a:pt x="537184" y="0"/>
                </a:moveTo>
                <a:lnTo>
                  <a:pt x="0" y="537133"/>
                </a:lnTo>
                <a:lnTo>
                  <a:pt x="8978" y="537133"/>
                </a:lnTo>
                <a:lnTo>
                  <a:pt x="537184" y="8978"/>
                </a:lnTo>
                <a:lnTo>
                  <a:pt x="537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548878" y="4543806"/>
            <a:ext cx="595630" cy="595630"/>
          </a:xfrm>
          <a:custGeom>
            <a:avLst/>
            <a:gdLst/>
            <a:ahLst/>
            <a:cxnLst/>
            <a:rect l="l" t="t" r="r" b="b"/>
            <a:pathLst>
              <a:path w="595629" h="595629">
                <a:moveTo>
                  <a:pt x="595122" y="0"/>
                </a:moveTo>
                <a:lnTo>
                  <a:pt x="0" y="595122"/>
                </a:lnTo>
                <a:lnTo>
                  <a:pt x="8978" y="595122"/>
                </a:lnTo>
                <a:lnTo>
                  <a:pt x="595122" y="8991"/>
                </a:lnTo>
                <a:lnTo>
                  <a:pt x="5951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490966" y="4485894"/>
            <a:ext cx="653415" cy="653415"/>
          </a:xfrm>
          <a:custGeom>
            <a:avLst/>
            <a:gdLst/>
            <a:ahLst/>
            <a:cxnLst/>
            <a:rect l="l" t="t" r="r" b="b"/>
            <a:pathLst>
              <a:path w="653415" h="653414">
                <a:moveTo>
                  <a:pt x="653034" y="0"/>
                </a:moveTo>
                <a:lnTo>
                  <a:pt x="0" y="653034"/>
                </a:lnTo>
                <a:lnTo>
                  <a:pt x="8978" y="653034"/>
                </a:lnTo>
                <a:lnTo>
                  <a:pt x="653034" y="8991"/>
                </a:lnTo>
                <a:lnTo>
                  <a:pt x="653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433066" y="442798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710933" y="0"/>
                </a:moveTo>
                <a:lnTo>
                  <a:pt x="0" y="710946"/>
                </a:lnTo>
                <a:lnTo>
                  <a:pt x="8978" y="710946"/>
                </a:lnTo>
                <a:lnTo>
                  <a:pt x="710933" y="8978"/>
                </a:lnTo>
                <a:lnTo>
                  <a:pt x="710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375015" y="4370032"/>
            <a:ext cx="768985" cy="768985"/>
          </a:xfrm>
          <a:custGeom>
            <a:avLst/>
            <a:gdLst/>
            <a:ahLst/>
            <a:cxnLst/>
            <a:rect l="l" t="t" r="r" b="b"/>
            <a:pathLst>
              <a:path w="768984" h="768985">
                <a:moveTo>
                  <a:pt x="768985" y="0"/>
                </a:moveTo>
                <a:lnTo>
                  <a:pt x="0" y="768896"/>
                </a:lnTo>
                <a:lnTo>
                  <a:pt x="8978" y="768896"/>
                </a:lnTo>
                <a:lnTo>
                  <a:pt x="768985" y="8978"/>
                </a:lnTo>
                <a:lnTo>
                  <a:pt x="7689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317242" y="4312158"/>
            <a:ext cx="826769" cy="826769"/>
          </a:xfrm>
          <a:custGeom>
            <a:avLst/>
            <a:gdLst/>
            <a:ahLst/>
            <a:cxnLst/>
            <a:rect l="l" t="t" r="r" b="b"/>
            <a:pathLst>
              <a:path w="826770" h="826770">
                <a:moveTo>
                  <a:pt x="826757" y="0"/>
                </a:moveTo>
                <a:lnTo>
                  <a:pt x="0" y="826770"/>
                </a:lnTo>
                <a:lnTo>
                  <a:pt x="8966" y="826770"/>
                </a:lnTo>
                <a:lnTo>
                  <a:pt x="826757" y="8978"/>
                </a:lnTo>
                <a:lnTo>
                  <a:pt x="8267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94496" y="4254255"/>
            <a:ext cx="849630" cy="854075"/>
          </a:xfrm>
          <a:custGeom>
            <a:avLst/>
            <a:gdLst/>
            <a:ahLst/>
            <a:cxnLst/>
            <a:rect l="l" t="t" r="r" b="b"/>
            <a:pathLst>
              <a:path w="849629" h="854075">
                <a:moveTo>
                  <a:pt x="849503" y="0"/>
                </a:moveTo>
                <a:lnTo>
                  <a:pt x="0" y="849503"/>
                </a:lnTo>
                <a:lnTo>
                  <a:pt x="4483" y="853998"/>
                </a:lnTo>
                <a:lnTo>
                  <a:pt x="849503" y="8966"/>
                </a:lnTo>
                <a:lnTo>
                  <a:pt x="8495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84971" y="4196246"/>
            <a:ext cx="859155" cy="864235"/>
          </a:xfrm>
          <a:custGeom>
            <a:avLst/>
            <a:gdLst/>
            <a:ahLst/>
            <a:cxnLst/>
            <a:rect l="l" t="t" r="r" b="b"/>
            <a:pathLst>
              <a:path w="859154" h="864235">
                <a:moveTo>
                  <a:pt x="859028" y="0"/>
                </a:moveTo>
                <a:lnTo>
                  <a:pt x="0" y="859116"/>
                </a:lnTo>
                <a:lnTo>
                  <a:pt x="4495" y="863612"/>
                </a:lnTo>
                <a:lnTo>
                  <a:pt x="859028" y="8978"/>
                </a:lnTo>
                <a:lnTo>
                  <a:pt x="8590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277479" y="4138399"/>
            <a:ext cx="866775" cy="871219"/>
          </a:xfrm>
          <a:custGeom>
            <a:avLst/>
            <a:gdLst/>
            <a:ahLst/>
            <a:cxnLst/>
            <a:rect l="l" t="t" r="r" b="b"/>
            <a:pathLst>
              <a:path w="866775" h="871220">
                <a:moveTo>
                  <a:pt x="866521" y="0"/>
                </a:moveTo>
                <a:lnTo>
                  <a:pt x="0" y="866432"/>
                </a:lnTo>
                <a:lnTo>
                  <a:pt x="4495" y="870915"/>
                </a:lnTo>
                <a:lnTo>
                  <a:pt x="866521" y="8978"/>
                </a:lnTo>
                <a:lnTo>
                  <a:pt x="8665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271764" y="4080521"/>
            <a:ext cx="872490" cy="876935"/>
          </a:xfrm>
          <a:custGeom>
            <a:avLst/>
            <a:gdLst/>
            <a:ahLst/>
            <a:cxnLst/>
            <a:rect l="l" t="t" r="r" b="b"/>
            <a:pathLst>
              <a:path w="872490" h="876935">
                <a:moveTo>
                  <a:pt x="872236" y="0"/>
                </a:moveTo>
                <a:lnTo>
                  <a:pt x="0" y="872223"/>
                </a:lnTo>
                <a:lnTo>
                  <a:pt x="4495" y="876719"/>
                </a:lnTo>
                <a:lnTo>
                  <a:pt x="872236" y="8966"/>
                </a:lnTo>
                <a:lnTo>
                  <a:pt x="872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67445" y="4022607"/>
            <a:ext cx="876935" cy="881380"/>
          </a:xfrm>
          <a:custGeom>
            <a:avLst/>
            <a:gdLst/>
            <a:ahLst/>
            <a:cxnLst/>
            <a:rect l="l" t="t" r="r" b="b"/>
            <a:pathLst>
              <a:path w="876934" h="881379">
                <a:moveTo>
                  <a:pt x="876554" y="0"/>
                </a:moveTo>
                <a:lnTo>
                  <a:pt x="0" y="876553"/>
                </a:lnTo>
                <a:lnTo>
                  <a:pt x="4495" y="881049"/>
                </a:lnTo>
                <a:lnTo>
                  <a:pt x="876554" y="8978"/>
                </a:lnTo>
                <a:lnTo>
                  <a:pt x="8765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264143" y="3964692"/>
            <a:ext cx="880110" cy="884555"/>
          </a:xfrm>
          <a:custGeom>
            <a:avLst/>
            <a:gdLst/>
            <a:ahLst/>
            <a:cxnLst/>
            <a:rect l="l" t="t" r="r" b="b"/>
            <a:pathLst>
              <a:path w="880109" h="884554">
                <a:moveTo>
                  <a:pt x="879856" y="0"/>
                </a:moveTo>
                <a:lnTo>
                  <a:pt x="0" y="879855"/>
                </a:lnTo>
                <a:lnTo>
                  <a:pt x="4495" y="884351"/>
                </a:lnTo>
                <a:lnTo>
                  <a:pt x="879856" y="8978"/>
                </a:lnTo>
                <a:lnTo>
                  <a:pt x="8798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61350" y="3906783"/>
            <a:ext cx="882650" cy="887730"/>
          </a:xfrm>
          <a:custGeom>
            <a:avLst/>
            <a:gdLst/>
            <a:ahLst/>
            <a:cxnLst/>
            <a:rect l="l" t="t" r="r" b="b"/>
            <a:pathLst>
              <a:path w="882650" h="887729">
                <a:moveTo>
                  <a:pt x="882650" y="0"/>
                </a:moveTo>
                <a:lnTo>
                  <a:pt x="0" y="882649"/>
                </a:lnTo>
                <a:lnTo>
                  <a:pt x="4495" y="887145"/>
                </a:lnTo>
                <a:lnTo>
                  <a:pt x="882650" y="8991"/>
                </a:lnTo>
                <a:lnTo>
                  <a:pt x="8826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258936" y="3848865"/>
            <a:ext cx="885190" cy="889635"/>
          </a:xfrm>
          <a:custGeom>
            <a:avLst/>
            <a:gdLst/>
            <a:ahLst/>
            <a:cxnLst/>
            <a:rect l="l" t="t" r="r" b="b"/>
            <a:pathLst>
              <a:path w="885190" h="889635">
                <a:moveTo>
                  <a:pt x="885063" y="0"/>
                </a:moveTo>
                <a:lnTo>
                  <a:pt x="0" y="885063"/>
                </a:lnTo>
                <a:lnTo>
                  <a:pt x="4495" y="889558"/>
                </a:lnTo>
                <a:lnTo>
                  <a:pt x="885063" y="8991"/>
                </a:lnTo>
                <a:lnTo>
                  <a:pt x="885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256269" y="3790946"/>
            <a:ext cx="887730" cy="892810"/>
          </a:xfrm>
          <a:custGeom>
            <a:avLst/>
            <a:gdLst/>
            <a:ahLst/>
            <a:cxnLst/>
            <a:rect l="l" t="t" r="r" b="b"/>
            <a:pathLst>
              <a:path w="887729" h="892810">
                <a:moveTo>
                  <a:pt x="887730" y="0"/>
                </a:moveTo>
                <a:lnTo>
                  <a:pt x="0" y="887730"/>
                </a:lnTo>
                <a:lnTo>
                  <a:pt x="4495" y="892225"/>
                </a:lnTo>
                <a:lnTo>
                  <a:pt x="887730" y="8991"/>
                </a:lnTo>
                <a:lnTo>
                  <a:pt x="8877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252041" y="3733030"/>
            <a:ext cx="892175" cy="895985"/>
          </a:xfrm>
          <a:custGeom>
            <a:avLst/>
            <a:gdLst/>
            <a:ahLst/>
            <a:cxnLst/>
            <a:rect l="l" t="t" r="r" b="b"/>
            <a:pathLst>
              <a:path w="892175" h="895985">
                <a:moveTo>
                  <a:pt x="7620" y="893229"/>
                </a:moveTo>
                <a:lnTo>
                  <a:pt x="3251" y="893229"/>
                </a:lnTo>
                <a:lnTo>
                  <a:pt x="5435" y="895413"/>
                </a:lnTo>
                <a:lnTo>
                  <a:pt x="7620" y="893229"/>
                </a:lnTo>
                <a:close/>
              </a:path>
              <a:path w="892175" h="895985">
                <a:moveTo>
                  <a:pt x="891959" y="0"/>
                </a:moveTo>
                <a:lnTo>
                  <a:pt x="0" y="891844"/>
                </a:lnTo>
                <a:lnTo>
                  <a:pt x="0" y="893279"/>
                </a:lnTo>
                <a:lnTo>
                  <a:pt x="3251" y="893229"/>
                </a:lnTo>
                <a:lnTo>
                  <a:pt x="7620" y="893229"/>
                </a:lnTo>
                <a:lnTo>
                  <a:pt x="891959" y="8978"/>
                </a:lnTo>
                <a:lnTo>
                  <a:pt x="891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48281" y="3675010"/>
            <a:ext cx="895985" cy="900430"/>
          </a:xfrm>
          <a:custGeom>
            <a:avLst/>
            <a:gdLst/>
            <a:ahLst/>
            <a:cxnLst/>
            <a:rect l="l" t="t" r="r" b="b"/>
            <a:pathLst>
              <a:path w="895984" h="900429">
                <a:moveTo>
                  <a:pt x="895718" y="0"/>
                </a:moveTo>
                <a:lnTo>
                  <a:pt x="0" y="895857"/>
                </a:lnTo>
                <a:lnTo>
                  <a:pt x="4483" y="900353"/>
                </a:lnTo>
                <a:lnTo>
                  <a:pt x="895718" y="8978"/>
                </a:lnTo>
                <a:lnTo>
                  <a:pt x="8957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241665" y="3626355"/>
            <a:ext cx="897890" cy="897890"/>
          </a:xfrm>
          <a:custGeom>
            <a:avLst/>
            <a:gdLst/>
            <a:ahLst/>
            <a:cxnLst/>
            <a:rect l="l" t="t" r="r" b="b"/>
            <a:pathLst>
              <a:path w="897890" h="897889">
                <a:moveTo>
                  <a:pt x="893191" y="0"/>
                </a:moveTo>
                <a:lnTo>
                  <a:pt x="0" y="893203"/>
                </a:lnTo>
                <a:lnTo>
                  <a:pt x="4495" y="897699"/>
                </a:lnTo>
                <a:lnTo>
                  <a:pt x="897674" y="4495"/>
                </a:lnTo>
                <a:lnTo>
                  <a:pt x="893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232393" y="3616962"/>
            <a:ext cx="858519" cy="858519"/>
          </a:xfrm>
          <a:custGeom>
            <a:avLst/>
            <a:gdLst/>
            <a:ahLst/>
            <a:cxnLst/>
            <a:rect l="l" t="t" r="r" b="b"/>
            <a:pathLst>
              <a:path w="858520" h="858520">
                <a:moveTo>
                  <a:pt x="853948" y="0"/>
                </a:moveTo>
                <a:lnTo>
                  <a:pt x="0" y="853947"/>
                </a:lnTo>
                <a:lnTo>
                  <a:pt x="4495" y="858443"/>
                </a:lnTo>
                <a:lnTo>
                  <a:pt x="858443" y="4495"/>
                </a:lnTo>
                <a:lnTo>
                  <a:pt x="8539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219554" y="3605789"/>
            <a:ext cx="824865" cy="824865"/>
          </a:xfrm>
          <a:custGeom>
            <a:avLst/>
            <a:gdLst/>
            <a:ahLst/>
            <a:cxnLst/>
            <a:rect l="l" t="t" r="r" b="b"/>
            <a:pathLst>
              <a:path w="824865" h="824864">
                <a:moveTo>
                  <a:pt x="820051" y="0"/>
                </a:moveTo>
                <a:lnTo>
                  <a:pt x="0" y="820039"/>
                </a:lnTo>
                <a:lnTo>
                  <a:pt x="4495" y="824534"/>
                </a:lnTo>
                <a:lnTo>
                  <a:pt x="824534" y="4495"/>
                </a:lnTo>
                <a:lnTo>
                  <a:pt x="820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204454" y="3592579"/>
            <a:ext cx="795020" cy="795020"/>
          </a:xfrm>
          <a:custGeom>
            <a:avLst/>
            <a:gdLst/>
            <a:ahLst/>
            <a:cxnLst/>
            <a:rect l="l" t="t" r="r" b="b"/>
            <a:pathLst>
              <a:path w="795020" h="795020">
                <a:moveTo>
                  <a:pt x="790460" y="0"/>
                </a:moveTo>
                <a:lnTo>
                  <a:pt x="0" y="790448"/>
                </a:lnTo>
                <a:lnTo>
                  <a:pt x="4495" y="794943"/>
                </a:lnTo>
                <a:lnTo>
                  <a:pt x="794943" y="4495"/>
                </a:lnTo>
                <a:lnTo>
                  <a:pt x="790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88706" y="3577844"/>
            <a:ext cx="767715" cy="767715"/>
          </a:xfrm>
          <a:custGeom>
            <a:avLst/>
            <a:gdLst/>
            <a:ahLst/>
            <a:cxnLst/>
            <a:rect l="l" t="t" r="r" b="b"/>
            <a:pathLst>
              <a:path w="767715" h="767714">
                <a:moveTo>
                  <a:pt x="762889" y="0"/>
                </a:moveTo>
                <a:lnTo>
                  <a:pt x="0" y="763015"/>
                </a:lnTo>
                <a:lnTo>
                  <a:pt x="4495" y="767511"/>
                </a:lnTo>
                <a:lnTo>
                  <a:pt x="767384" y="4495"/>
                </a:lnTo>
                <a:lnTo>
                  <a:pt x="7628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173084" y="3562364"/>
            <a:ext cx="741045" cy="741045"/>
          </a:xfrm>
          <a:custGeom>
            <a:avLst/>
            <a:gdLst/>
            <a:ahLst/>
            <a:cxnLst/>
            <a:rect l="l" t="t" r="r" b="b"/>
            <a:pathLst>
              <a:path w="741045" h="741045">
                <a:moveTo>
                  <a:pt x="736219" y="0"/>
                </a:moveTo>
                <a:lnTo>
                  <a:pt x="0" y="736079"/>
                </a:lnTo>
                <a:lnTo>
                  <a:pt x="4495" y="740575"/>
                </a:lnTo>
                <a:lnTo>
                  <a:pt x="740714" y="4483"/>
                </a:lnTo>
                <a:lnTo>
                  <a:pt x="7362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57959" y="3546487"/>
            <a:ext cx="714375" cy="713740"/>
          </a:xfrm>
          <a:custGeom>
            <a:avLst/>
            <a:gdLst/>
            <a:ahLst/>
            <a:cxnLst/>
            <a:rect l="l" t="t" r="r" b="b"/>
            <a:pathLst>
              <a:path w="714375" h="713739">
                <a:moveTo>
                  <a:pt x="709307" y="0"/>
                </a:moveTo>
                <a:lnTo>
                  <a:pt x="0" y="709155"/>
                </a:lnTo>
                <a:lnTo>
                  <a:pt x="4495" y="713651"/>
                </a:lnTo>
                <a:lnTo>
                  <a:pt x="713790" y="4483"/>
                </a:lnTo>
                <a:lnTo>
                  <a:pt x="7093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143875" y="3530851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1101" y="0"/>
                </a:moveTo>
                <a:lnTo>
                  <a:pt x="0" y="680986"/>
                </a:lnTo>
                <a:lnTo>
                  <a:pt x="4495" y="685469"/>
                </a:lnTo>
                <a:lnTo>
                  <a:pt x="685596" y="4495"/>
                </a:lnTo>
                <a:lnTo>
                  <a:pt x="681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131429" y="3516001"/>
            <a:ext cx="655320" cy="655320"/>
          </a:xfrm>
          <a:custGeom>
            <a:avLst/>
            <a:gdLst/>
            <a:ahLst/>
            <a:cxnLst/>
            <a:rect l="l" t="t" r="r" b="b"/>
            <a:pathLst>
              <a:path w="655320" h="655320">
                <a:moveTo>
                  <a:pt x="650506" y="0"/>
                </a:moveTo>
                <a:lnTo>
                  <a:pt x="0" y="650481"/>
                </a:lnTo>
                <a:lnTo>
                  <a:pt x="4495" y="654977"/>
                </a:lnTo>
                <a:lnTo>
                  <a:pt x="654989" y="4483"/>
                </a:lnTo>
                <a:lnTo>
                  <a:pt x="6505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121637" y="3502666"/>
            <a:ext cx="620395" cy="620395"/>
          </a:xfrm>
          <a:custGeom>
            <a:avLst/>
            <a:gdLst/>
            <a:ahLst/>
            <a:cxnLst/>
            <a:rect l="l" t="t" r="r" b="b"/>
            <a:pathLst>
              <a:path w="620395" h="620395">
                <a:moveTo>
                  <a:pt x="615696" y="0"/>
                </a:moveTo>
                <a:lnTo>
                  <a:pt x="0" y="615683"/>
                </a:lnTo>
                <a:lnTo>
                  <a:pt x="4495" y="620179"/>
                </a:lnTo>
                <a:lnTo>
                  <a:pt x="620191" y="4495"/>
                </a:lnTo>
                <a:lnTo>
                  <a:pt x="615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115554" y="3491743"/>
            <a:ext cx="579755" cy="579755"/>
          </a:xfrm>
          <a:custGeom>
            <a:avLst/>
            <a:gdLst/>
            <a:ahLst/>
            <a:cxnLst/>
            <a:rect l="l" t="t" r="r" b="b"/>
            <a:pathLst>
              <a:path w="579754" h="579754">
                <a:moveTo>
                  <a:pt x="574814" y="0"/>
                </a:moveTo>
                <a:lnTo>
                  <a:pt x="0" y="574802"/>
                </a:lnTo>
                <a:lnTo>
                  <a:pt x="4495" y="579297"/>
                </a:lnTo>
                <a:lnTo>
                  <a:pt x="579297" y="4483"/>
                </a:lnTo>
                <a:lnTo>
                  <a:pt x="5748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115287" y="3484633"/>
            <a:ext cx="528955" cy="528955"/>
          </a:xfrm>
          <a:custGeom>
            <a:avLst/>
            <a:gdLst/>
            <a:ahLst/>
            <a:cxnLst/>
            <a:rect l="l" t="t" r="r" b="b"/>
            <a:pathLst>
              <a:path w="528954" h="528954">
                <a:moveTo>
                  <a:pt x="524268" y="0"/>
                </a:moveTo>
                <a:lnTo>
                  <a:pt x="0" y="524116"/>
                </a:lnTo>
                <a:lnTo>
                  <a:pt x="4495" y="528612"/>
                </a:lnTo>
                <a:lnTo>
                  <a:pt x="528751" y="4483"/>
                </a:lnTo>
                <a:lnTo>
                  <a:pt x="524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123440" y="3483869"/>
            <a:ext cx="463550" cy="463550"/>
          </a:xfrm>
          <a:custGeom>
            <a:avLst/>
            <a:gdLst/>
            <a:ahLst/>
            <a:cxnLst/>
            <a:rect l="l" t="t" r="r" b="b"/>
            <a:pathLst>
              <a:path w="463550" h="463550">
                <a:moveTo>
                  <a:pt x="458977" y="0"/>
                </a:moveTo>
                <a:lnTo>
                  <a:pt x="0" y="458851"/>
                </a:lnTo>
                <a:lnTo>
                  <a:pt x="4483" y="463346"/>
                </a:lnTo>
                <a:lnTo>
                  <a:pt x="463461" y="4483"/>
                </a:lnTo>
                <a:lnTo>
                  <a:pt x="4589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143964" y="3494913"/>
            <a:ext cx="374015" cy="373380"/>
          </a:xfrm>
          <a:custGeom>
            <a:avLst/>
            <a:gdLst/>
            <a:ahLst/>
            <a:cxnLst/>
            <a:rect l="l" t="t" r="r" b="b"/>
            <a:pathLst>
              <a:path w="374015" h="373379">
                <a:moveTo>
                  <a:pt x="369366" y="0"/>
                </a:moveTo>
                <a:lnTo>
                  <a:pt x="0" y="369227"/>
                </a:lnTo>
                <a:lnTo>
                  <a:pt x="0" y="370547"/>
                </a:lnTo>
                <a:lnTo>
                  <a:pt x="3048" y="370801"/>
                </a:lnTo>
                <a:lnTo>
                  <a:pt x="5295" y="373049"/>
                </a:lnTo>
                <a:lnTo>
                  <a:pt x="373849" y="4495"/>
                </a:lnTo>
                <a:lnTo>
                  <a:pt x="3693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196338" y="3537826"/>
            <a:ext cx="220979" cy="220979"/>
          </a:xfrm>
          <a:custGeom>
            <a:avLst/>
            <a:gdLst/>
            <a:ahLst/>
            <a:cxnLst/>
            <a:rect l="l" t="t" r="r" b="b"/>
            <a:pathLst>
              <a:path w="220979" h="220979">
                <a:moveTo>
                  <a:pt x="216268" y="0"/>
                </a:moveTo>
                <a:lnTo>
                  <a:pt x="0" y="216154"/>
                </a:lnTo>
                <a:lnTo>
                  <a:pt x="4724" y="220395"/>
                </a:lnTo>
                <a:lnTo>
                  <a:pt x="220751" y="4495"/>
                </a:lnTo>
                <a:lnTo>
                  <a:pt x="216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4673600" y="1683055"/>
            <a:ext cx="1112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Trebuchet MS"/>
                <a:cs typeface="Trebuchet MS"/>
              </a:rPr>
              <a:t>logo</a:t>
            </a:r>
            <a:r>
              <a:rPr sz="1200" b="1" spc="-17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do</a:t>
            </a:r>
            <a:r>
              <a:rPr sz="1200" b="1" spc="-165" dirty="0">
                <a:latin typeface="Trebuchet MS"/>
                <a:cs typeface="Trebuchet MS"/>
              </a:rPr>
              <a:t> </a:t>
            </a:r>
            <a:r>
              <a:rPr sz="1200" b="1" spc="-40" dirty="0">
                <a:latin typeface="Trebuchet MS"/>
                <a:cs typeface="Trebuchet MS"/>
              </a:rPr>
              <a:t>parceiro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33594" y="4032053"/>
            <a:ext cx="4114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b="1" spc="-35" dirty="0">
                <a:latin typeface="Trebuchet MS"/>
                <a:cs typeface="Trebuchet MS"/>
              </a:rPr>
              <a:t>pr</a:t>
            </a:r>
            <a:r>
              <a:rPr lang="pt-BR" sz="1200" b="1" spc="-45" dirty="0">
                <a:latin typeface="Trebuchet MS"/>
                <a:cs typeface="Trebuchet MS"/>
              </a:rPr>
              <a:t>e</a:t>
            </a:r>
            <a:r>
              <a:rPr lang="pt-BR" sz="1200" b="1" spc="-60" dirty="0">
                <a:latin typeface="Trebuchet MS"/>
                <a:cs typeface="Trebuchet MS"/>
              </a:rPr>
              <a:t>ç</a:t>
            </a:r>
            <a:r>
              <a:rPr lang="pt-BR" sz="1200" b="1" dirty="0">
                <a:latin typeface="Trebuchet MS"/>
                <a:cs typeface="Trebuchet MS"/>
              </a:rPr>
              <a:t>o</a:t>
            </a:r>
            <a:endParaRPr lang="pt-BR"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03504" cy="5138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7923" y="4539818"/>
            <a:ext cx="20091" cy="591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99411" y="4539818"/>
            <a:ext cx="20091" cy="591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0913" y="4539818"/>
            <a:ext cx="20091" cy="591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56434" y="4539818"/>
            <a:ext cx="20091" cy="591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84932" y="4539818"/>
            <a:ext cx="20104" cy="591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13444" y="4539818"/>
            <a:ext cx="20091" cy="591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41942" y="4539818"/>
            <a:ext cx="20091" cy="591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70454" y="4539818"/>
            <a:ext cx="20091" cy="5917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65468" y="120637"/>
            <a:ext cx="3061970" cy="108204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4000"/>
              </a:lnSpc>
              <a:spcBef>
                <a:spcPts val="500"/>
              </a:spcBef>
            </a:pPr>
            <a:r>
              <a:rPr sz="3600" spc="-145" dirty="0">
                <a:solidFill>
                  <a:srgbClr val="000000"/>
                </a:solidFill>
                <a:latin typeface="Effra" panose="02000506080000020004" pitchFamily="2" charset="0"/>
              </a:rPr>
              <a:t>c</a:t>
            </a:r>
            <a:r>
              <a:rPr sz="3600" spc="-40" dirty="0">
                <a:solidFill>
                  <a:srgbClr val="000000"/>
                </a:solidFill>
                <a:latin typeface="Effra" panose="02000506080000020004" pitchFamily="2" charset="0"/>
              </a:rPr>
              <a:t>ont</a:t>
            </a:r>
            <a:r>
              <a:rPr sz="3600" spc="-75" dirty="0">
                <a:solidFill>
                  <a:srgbClr val="000000"/>
                </a:solidFill>
                <a:latin typeface="Effra" panose="02000506080000020004" pitchFamily="2" charset="0"/>
              </a:rPr>
              <a:t>r</a:t>
            </a:r>
            <a:r>
              <a:rPr sz="3600" spc="-80" dirty="0">
                <a:solidFill>
                  <a:srgbClr val="000000"/>
                </a:solidFill>
                <a:latin typeface="Effra" panose="02000506080000020004" pitchFamily="2" charset="0"/>
              </a:rPr>
              <a:t>apa</a:t>
            </a:r>
            <a:r>
              <a:rPr sz="3600" spc="-45" dirty="0">
                <a:solidFill>
                  <a:srgbClr val="000000"/>
                </a:solidFill>
                <a:latin typeface="Effra" panose="02000506080000020004" pitchFamily="2" charset="0"/>
              </a:rPr>
              <a:t>r</a:t>
            </a:r>
            <a:r>
              <a:rPr sz="3600" spc="-5" dirty="0">
                <a:solidFill>
                  <a:srgbClr val="000000"/>
                </a:solidFill>
                <a:latin typeface="Effra" panose="02000506080000020004" pitchFamily="2" charset="0"/>
              </a:rPr>
              <a:t>tidas  </a:t>
            </a:r>
            <a:r>
              <a:rPr sz="3600" spc="-65" dirty="0">
                <a:solidFill>
                  <a:srgbClr val="000000"/>
                </a:solidFill>
                <a:latin typeface="Effra" panose="02000506080000020004" pitchFamily="2" charset="0"/>
              </a:rPr>
              <a:t>&amp;investimento</a:t>
            </a:r>
            <a:endParaRPr sz="3600" dirty="0">
              <a:latin typeface="Effra" panose="02000506080000020004" pitchFamily="2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7240" y="1558000"/>
            <a:ext cx="4514850" cy="297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5" dirty="0">
                <a:latin typeface="Effra" panose="02000506080000020004" pitchFamily="2" charset="0"/>
                <a:cs typeface="Trebuchet MS"/>
              </a:rPr>
              <a:t>PARTICIPAÇÃO</a:t>
            </a:r>
            <a:r>
              <a:rPr sz="1000" b="1" spc="-13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40" dirty="0">
                <a:latin typeface="Effra" panose="02000506080000020004" pitchFamily="2" charset="0"/>
                <a:cs typeface="Trebuchet MS"/>
              </a:rPr>
              <a:t>NA</a:t>
            </a:r>
            <a:r>
              <a:rPr sz="1000" b="1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35" dirty="0">
                <a:latin typeface="Effra" panose="02000506080000020004" pitchFamily="2" charset="0"/>
                <a:cs typeface="Trebuchet MS"/>
              </a:rPr>
              <a:t>GRADE</a:t>
            </a:r>
            <a:r>
              <a:rPr sz="1000" b="1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4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b="1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40" dirty="0">
                <a:latin typeface="Effra" panose="02000506080000020004" pitchFamily="2" charset="0"/>
                <a:cs typeface="Trebuchet MS"/>
              </a:rPr>
              <a:t>CONTEÚDO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 marL="12700" marR="456565">
              <a:lnSpc>
                <a:spcPct val="100000"/>
              </a:lnSpc>
            </a:pPr>
            <a:r>
              <a:rPr sz="1000" dirty="0">
                <a:latin typeface="Effra" panose="02000506080000020004" pitchFamily="2" charset="0"/>
                <a:cs typeface="Trebuchet MS"/>
              </a:rPr>
              <a:t>Apresentação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5" dirty="0">
                <a:latin typeface="Effra" panose="02000506080000020004" pitchFamily="2" charset="0"/>
                <a:cs typeface="Trebuchet MS"/>
              </a:rPr>
              <a:t>um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5" dirty="0">
                <a:latin typeface="Effra" panose="02000506080000020004" pitchFamily="2" charset="0"/>
                <a:cs typeface="Trebuchet MS"/>
              </a:rPr>
              <a:t>caso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5" dirty="0">
                <a:latin typeface="Effra" panose="02000506080000020004" pitchFamily="2" charset="0"/>
                <a:cs typeface="Trebuchet MS"/>
              </a:rPr>
              <a:t>sucesso,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5" dirty="0">
                <a:latin typeface="Effra" panose="02000506080000020004" pitchFamily="2" charset="0"/>
                <a:cs typeface="Trebuchet MS"/>
              </a:rPr>
              <a:t>com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duração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5" dirty="0">
                <a:latin typeface="Effra" panose="02000506080000020004" pitchFamily="2" charset="0"/>
                <a:cs typeface="Trebuchet MS"/>
              </a:rPr>
              <a:t>trinta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(30)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minutos.  </a:t>
            </a:r>
            <a:r>
              <a:rPr sz="1000" spc="-35" dirty="0">
                <a:latin typeface="Effra" panose="02000506080000020004" pitchFamily="2" charset="0"/>
                <a:cs typeface="Trebuchet MS"/>
              </a:rPr>
              <a:t>Toda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a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grade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dirty="0">
                <a:latin typeface="Effra" panose="02000506080000020004" pitchFamily="2" charset="0"/>
                <a:cs typeface="Trebuchet MS"/>
              </a:rPr>
              <a:t>conteúdo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desenvolvida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5" dirty="0">
                <a:latin typeface="Effra" panose="02000506080000020004" pitchFamily="2" charset="0"/>
                <a:cs typeface="Trebuchet MS"/>
              </a:rPr>
              <a:t>em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conjunto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5" dirty="0">
                <a:latin typeface="Effra" panose="02000506080000020004" pitchFamily="2" charset="0"/>
                <a:cs typeface="Trebuchet MS"/>
              </a:rPr>
              <a:t>com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35" dirty="0">
                <a:latin typeface="Effra" panose="02000506080000020004" pitchFamily="2" charset="0"/>
                <a:cs typeface="Trebuchet MS"/>
              </a:rPr>
              <a:t>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5" dirty="0">
                <a:latin typeface="Effra" panose="02000506080000020004" pitchFamily="2" charset="0"/>
                <a:cs typeface="Trebuchet MS"/>
              </a:rPr>
              <a:t>parceiro.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Effra" panose="02000506080000020004" pitchFamily="2" charset="0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spc="25" dirty="0">
                <a:latin typeface="Effra" panose="02000506080000020004" pitchFamily="2" charset="0"/>
                <a:cs typeface="Trebuchet MS"/>
              </a:rPr>
              <a:t>NETWORKING</a:t>
            </a:r>
            <a:r>
              <a:rPr sz="1000" b="1" spc="-13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10" dirty="0">
                <a:latin typeface="Effra" panose="02000506080000020004" pitchFamily="2" charset="0"/>
                <a:cs typeface="Trebuchet MS"/>
              </a:rPr>
              <a:t>E</a:t>
            </a:r>
            <a:r>
              <a:rPr sz="1000" b="1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30" dirty="0">
                <a:latin typeface="Effra" panose="02000506080000020004" pitchFamily="2" charset="0"/>
                <a:cs typeface="Trebuchet MS"/>
              </a:rPr>
              <a:t>GERAÇÃO</a:t>
            </a:r>
            <a:r>
              <a:rPr sz="1000" b="1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4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b="1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40" dirty="0">
                <a:latin typeface="Effra" panose="02000506080000020004" pitchFamily="2" charset="0"/>
                <a:cs typeface="Trebuchet MS"/>
              </a:rPr>
              <a:t>NEGÓCIOS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000" dirty="0">
                <a:latin typeface="Effra" panose="02000506080000020004" pitchFamily="2" charset="0"/>
                <a:cs typeface="Trebuchet MS"/>
              </a:rPr>
              <a:t>	indicados pelo parceiro.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15" dirty="0">
                <a:latin typeface="Effra" panose="02000506080000020004" pitchFamily="2" charset="0"/>
                <a:cs typeface="Trebuchet MS"/>
              </a:rPr>
              <a:t>Processo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convite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25" dirty="0">
                <a:latin typeface="Effra" panose="02000506080000020004" pitchFamily="2" charset="0"/>
                <a:cs typeface="Trebuchet MS"/>
              </a:rPr>
              <a:t>RSVP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alinhamento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participação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dirty="0">
                <a:latin typeface="Effra" panose="02000506080000020004" pitchFamily="2" charset="0"/>
                <a:cs typeface="Trebuchet MS"/>
              </a:rPr>
              <a:t>por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conta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da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-40" dirty="0">
                <a:latin typeface="Effra" panose="02000506080000020004" pitchFamily="2" charset="0"/>
                <a:cs typeface="Trebuchet MS"/>
              </a:rPr>
              <a:t>ebdi.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50" dirty="0">
                <a:latin typeface="Effra" panose="02000506080000020004" pitchFamily="2" charset="0"/>
                <a:cs typeface="Trebuchet MS"/>
              </a:rPr>
              <a:t>A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5" dirty="0">
                <a:latin typeface="Effra" panose="02000506080000020004" pitchFamily="2" charset="0"/>
                <a:cs typeface="Trebuchet MS"/>
              </a:rPr>
              <a:t>lista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5" dirty="0">
                <a:latin typeface="Effra" panose="02000506080000020004" pitchFamily="2" charset="0"/>
                <a:cs typeface="Trebuchet MS"/>
              </a:rPr>
              <a:t>convidados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é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construída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5" dirty="0">
                <a:latin typeface="Effra" panose="02000506080000020004" pitchFamily="2" charset="0"/>
                <a:cs typeface="Trebuchet MS"/>
              </a:rPr>
              <a:t>em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conjunto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5" dirty="0">
                <a:latin typeface="Effra" panose="02000506080000020004" pitchFamily="2" charset="0"/>
                <a:cs typeface="Trebuchet MS"/>
              </a:rPr>
              <a:t>com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35" dirty="0">
                <a:latin typeface="Effra" panose="02000506080000020004" pitchFamily="2" charset="0"/>
                <a:cs typeface="Trebuchet MS"/>
              </a:rPr>
              <a:t>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5" dirty="0">
                <a:latin typeface="Effra" panose="02000506080000020004" pitchFamily="2" charset="0"/>
                <a:cs typeface="Trebuchet MS"/>
              </a:rPr>
              <a:t>parceiro.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000" spc="-30">
                <a:latin typeface="Effra" panose="02000506080000020004" pitchFamily="2" charset="0"/>
                <a:cs typeface="Trebuchet MS"/>
              </a:rPr>
              <a:t>	cortesia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par</a:t>
            </a:r>
            <a:r>
              <a:rPr lang="pt-BR" sz="1000" spc="-30" dirty="0">
                <a:latin typeface="Effra" panose="02000506080000020004" pitchFamily="2" charset="0"/>
                <a:cs typeface="Trebuchet MS"/>
              </a:rPr>
              <a:t>a </a:t>
            </a:r>
            <a:r>
              <a:rPr sz="1000" spc="35" dirty="0">
                <a:latin typeface="Effra" panose="02000506080000020004" pitchFamily="2" charset="0"/>
                <a:cs typeface="Trebuchet MS"/>
              </a:rPr>
              <a:t>o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evento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5" dirty="0">
                <a:latin typeface="Effra" panose="02000506080000020004" pitchFamily="2" charset="0"/>
                <a:cs typeface="Trebuchet MS"/>
              </a:rPr>
              <a:t>completo,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para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5" dirty="0">
                <a:latin typeface="Effra" panose="02000506080000020004" pitchFamily="2" charset="0"/>
                <a:cs typeface="Trebuchet MS"/>
              </a:rPr>
              <a:t>executivos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do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5" dirty="0">
                <a:latin typeface="Effra" panose="02000506080000020004" pitchFamily="2" charset="0"/>
                <a:cs typeface="Trebuchet MS"/>
              </a:rPr>
              <a:t>parceiro.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Effra" panose="02000506080000020004" pitchFamily="2" charset="0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spc="35" dirty="0">
                <a:latin typeface="Effra" panose="02000506080000020004" pitchFamily="2" charset="0"/>
                <a:cs typeface="Trebuchet MS"/>
              </a:rPr>
              <a:t>EXPOSIÇÃO</a:t>
            </a:r>
            <a:r>
              <a:rPr sz="1000" b="1" spc="-13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4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b="1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b="1" spc="35" dirty="0">
                <a:latin typeface="Effra" panose="02000506080000020004" pitchFamily="2" charset="0"/>
                <a:cs typeface="Trebuchet MS"/>
              </a:rPr>
              <a:t>MARCA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 marL="12700" marR="946150">
              <a:lnSpc>
                <a:spcPct val="100000"/>
              </a:lnSpc>
            </a:pPr>
            <a:r>
              <a:rPr sz="1000" spc="-10" dirty="0">
                <a:latin typeface="Effra" panose="02000506080000020004" pitchFamily="2" charset="0"/>
                <a:cs typeface="Trebuchet MS"/>
              </a:rPr>
              <a:t>Distribuição de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material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institucional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na </a:t>
            </a:r>
            <a:r>
              <a:rPr sz="1000" dirty="0">
                <a:latin typeface="Effra" panose="02000506080000020004" pitchFamily="2" charset="0"/>
                <a:cs typeface="Trebuchet MS"/>
              </a:rPr>
              <a:t>pasta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do </a:t>
            </a:r>
            <a:r>
              <a:rPr sz="1000" dirty="0">
                <a:latin typeface="Effra" panose="02000506080000020004" pitchFamily="2" charset="0"/>
                <a:cs typeface="Trebuchet MS"/>
              </a:rPr>
              <a:t>congressista. 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Logotipo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30" dirty="0">
                <a:latin typeface="Effra" panose="02000506080000020004" pitchFamily="2" charset="0"/>
                <a:cs typeface="Trebuchet MS"/>
              </a:rPr>
              <a:t>nos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banners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do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evento,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5" dirty="0">
                <a:latin typeface="Effra" panose="02000506080000020004" pitchFamily="2" charset="0"/>
                <a:cs typeface="Trebuchet MS"/>
              </a:rPr>
              <a:t>posicionados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como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apoiadores.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Effra" panose="02000506080000020004" pitchFamily="2" charset="0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spc="40" dirty="0">
                <a:latin typeface="Effra" panose="02000506080000020004" pitchFamily="2" charset="0"/>
                <a:cs typeface="Trebuchet MS"/>
              </a:rPr>
              <a:t>COMUNICAÇÃO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latin typeface="Effra" panose="02000506080000020004" pitchFamily="2" charset="0"/>
                <a:cs typeface="Trebuchet MS"/>
              </a:rPr>
              <a:t>Uma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página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anúncio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5" dirty="0">
                <a:latin typeface="Effra" panose="02000506080000020004" pitchFamily="2" charset="0"/>
                <a:cs typeface="Trebuchet MS"/>
              </a:rPr>
              <a:t>no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guia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40" dirty="0">
                <a:latin typeface="Effra" panose="02000506080000020004" pitchFamily="2" charset="0"/>
                <a:cs typeface="Trebuchet MS"/>
              </a:rPr>
              <a:t>oficial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do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evento.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 marL="12700" marR="172720">
              <a:lnSpc>
                <a:spcPct val="100000"/>
              </a:lnSpc>
            </a:pPr>
            <a:r>
              <a:rPr sz="1000" spc="-10" dirty="0">
                <a:latin typeface="Effra" panose="02000506080000020004" pitchFamily="2" charset="0"/>
                <a:cs typeface="Trebuchet MS"/>
              </a:rPr>
              <a:t>Breve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resumo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da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dirty="0">
                <a:latin typeface="Effra" panose="02000506080000020004" pitchFamily="2" charset="0"/>
                <a:cs typeface="Trebuchet MS"/>
              </a:rPr>
              <a:t>empresa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na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seção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de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patrocinadores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5" dirty="0">
                <a:latin typeface="Effra" panose="02000506080000020004" pitchFamily="2" charset="0"/>
                <a:cs typeface="Trebuchet MS"/>
              </a:rPr>
              <a:t>no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guia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40" dirty="0">
                <a:latin typeface="Effra" panose="02000506080000020004" pitchFamily="2" charset="0"/>
                <a:cs typeface="Trebuchet MS"/>
              </a:rPr>
              <a:t>oficial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do</a:t>
            </a:r>
            <a:r>
              <a:rPr sz="1000" spc="-114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evento. 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Logotipo</a:t>
            </a:r>
            <a:r>
              <a:rPr sz="1000" spc="-13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5" dirty="0">
                <a:latin typeface="Effra" panose="02000506080000020004" pitchFamily="2" charset="0"/>
                <a:cs typeface="Trebuchet MS"/>
              </a:rPr>
              <a:t>no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folheto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eletrônico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do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evento.</a:t>
            </a:r>
            <a:endParaRPr sz="1000" dirty="0">
              <a:latin typeface="Effra" panose="02000506080000020004" pitchFamily="2" charset="0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10" dirty="0">
                <a:latin typeface="Effra" panose="02000506080000020004" pitchFamily="2" charset="0"/>
                <a:cs typeface="Trebuchet MS"/>
              </a:rPr>
              <a:t>Logotipo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5" dirty="0">
                <a:latin typeface="Effra" panose="02000506080000020004" pitchFamily="2" charset="0"/>
                <a:cs typeface="Trebuchet MS"/>
              </a:rPr>
              <a:t>no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5" dirty="0">
                <a:latin typeface="Effra" panose="02000506080000020004" pitchFamily="2" charset="0"/>
                <a:cs typeface="Trebuchet MS"/>
              </a:rPr>
              <a:t>site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0" dirty="0">
                <a:latin typeface="Effra" panose="02000506080000020004" pitchFamily="2" charset="0"/>
                <a:cs typeface="Trebuchet MS"/>
              </a:rPr>
              <a:t>do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evento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5" dirty="0">
                <a:latin typeface="Effra" panose="02000506080000020004" pitchFamily="2" charset="0"/>
                <a:cs typeface="Trebuchet MS"/>
              </a:rPr>
              <a:t>com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45" dirty="0">
                <a:latin typeface="Effra" panose="02000506080000020004" pitchFamily="2" charset="0"/>
                <a:cs typeface="Trebuchet MS"/>
              </a:rPr>
              <a:t>link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30" dirty="0">
                <a:latin typeface="Effra" panose="02000506080000020004" pitchFamily="2" charset="0"/>
                <a:cs typeface="Trebuchet MS"/>
              </a:rPr>
              <a:t>para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15" dirty="0">
                <a:latin typeface="Effra" panose="02000506080000020004" pitchFamily="2" charset="0"/>
                <a:cs typeface="Trebuchet MS"/>
              </a:rPr>
              <a:t>seu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website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e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0" dirty="0">
                <a:latin typeface="Effra" panose="02000506080000020004" pitchFamily="2" charset="0"/>
                <a:cs typeface="Trebuchet MS"/>
              </a:rPr>
              <a:t>descritivo</a:t>
            </a:r>
            <a:r>
              <a:rPr sz="1000" spc="-125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20" dirty="0">
                <a:latin typeface="Effra" panose="02000506080000020004" pitchFamily="2" charset="0"/>
                <a:cs typeface="Trebuchet MS"/>
              </a:rPr>
              <a:t>da</a:t>
            </a:r>
            <a:r>
              <a:rPr sz="1000" spc="-120" dirty="0">
                <a:latin typeface="Effra" panose="02000506080000020004" pitchFamily="2" charset="0"/>
                <a:cs typeface="Trebuchet MS"/>
              </a:rPr>
              <a:t> </a:t>
            </a:r>
            <a:r>
              <a:rPr sz="1000" spc="-15" dirty="0">
                <a:latin typeface="Effra" panose="02000506080000020004" pitchFamily="2" charset="0"/>
                <a:cs typeface="Trebuchet MS"/>
              </a:rPr>
              <a:t>empresa.</a:t>
            </a:r>
            <a:endParaRPr sz="1000" dirty="0">
              <a:latin typeface="Effra" panose="02000506080000020004" pitchFamily="2" charset="0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39055"/>
          </a:xfrm>
          <a:custGeom>
            <a:avLst/>
            <a:gdLst/>
            <a:ahLst/>
            <a:cxnLst/>
            <a:rect l="l" t="t" r="r" b="b"/>
            <a:pathLst>
              <a:path w="9144000" h="5139055">
                <a:moveTo>
                  <a:pt x="0" y="5138928"/>
                </a:moveTo>
                <a:lnTo>
                  <a:pt x="9144000" y="5138928"/>
                </a:lnTo>
                <a:lnTo>
                  <a:pt x="9144000" y="0"/>
                </a:lnTo>
                <a:lnTo>
                  <a:pt x="0" y="0"/>
                </a:lnTo>
                <a:lnTo>
                  <a:pt x="0" y="51389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94475" y="4291952"/>
            <a:ext cx="2395105" cy="725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4884" y="204067"/>
            <a:ext cx="4949116" cy="98873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770"/>
              </a:lnSpc>
              <a:spcBef>
                <a:spcPts val="110"/>
              </a:spcBef>
            </a:pPr>
            <a:r>
              <a:rPr spc="170" dirty="0" err="1"/>
              <a:t>Ficou</a:t>
            </a:r>
            <a:r>
              <a:rPr spc="195" dirty="0"/>
              <a:t> </a:t>
            </a:r>
            <a:r>
              <a:rPr spc="254" dirty="0" err="1"/>
              <a:t>alguma</a:t>
            </a:r>
            <a:br>
              <a:rPr lang="pt-BR" spc="254" dirty="0"/>
            </a:br>
            <a:r>
              <a:rPr lang="pt-BR" spc="254" dirty="0"/>
              <a:t>dúvida</a:t>
            </a:r>
            <a:r>
              <a:rPr spc="295" dirty="0"/>
              <a:t>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6259" y="1222867"/>
            <a:ext cx="3379470" cy="11893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0"/>
              </a:spcBef>
              <a:tabLst>
                <a:tab pos="779145" algn="l"/>
                <a:tab pos="1214120" algn="l"/>
                <a:tab pos="2259330" algn="l"/>
              </a:tabLst>
            </a:pPr>
            <a:r>
              <a:rPr sz="1350" spc="3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E </a:t>
            </a:r>
            <a:r>
              <a:rPr sz="1350" spc="3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n </a:t>
            </a:r>
            <a:r>
              <a:rPr sz="1350" spc="5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t</a:t>
            </a:r>
            <a:r>
              <a:rPr sz="1350" spc="-6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 </a:t>
            </a:r>
            <a:r>
              <a:rPr sz="1350" spc="4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r</a:t>
            </a:r>
            <a:r>
              <a:rPr sz="135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e	</a:t>
            </a:r>
            <a:r>
              <a:rPr sz="1350" spc="5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e</a:t>
            </a:r>
            <a:r>
              <a:rPr sz="135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 </a:t>
            </a:r>
            <a:r>
              <a:rPr sz="1350" spc="-1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m	c </a:t>
            </a:r>
            <a:r>
              <a:rPr sz="1350" spc="8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o n </a:t>
            </a:r>
            <a:r>
              <a:rPr sz="1350" spc="7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t </a:t>
            </a:r>
            <a:r>
              <a:rPr sz="1350" spc="8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a</a:t>
            </a:r>
            <a:r>
              <a:rPr sz="1350" spc="-19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 </a:t>
            </a:r>
            <a:r>
              <a:rPr sz="1350" spc="1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t</a:t>
            </a:r>
            <a:r>
              <a:rPr sz="1350" spc="3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 </a:t>
            </a:r>
            <a:r>
              <a:rPr sz="1350" spc="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o	</a:t>
            </a:r>
            <a:r>
              <a:rPr sz="1350" spc="-1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c </a:t>
            </a:r>
            <a:r>
              <a:rPr sz="1350" spc="4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o n o s </a:t>
            </a:r>
            <a:r>
              <a:rPr sz="1350" spc="-2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c </a:t>
            </a:r>
            <a:r>
              <a:rPr sz="1350" spc="20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o</a:t>
            </a:r>
            <a:r>
              <a:rPr sz="1350" spc="-14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!</a:t>
            </a:r>
            <a:r>
              <a:rPr sz="1350" spc="65" dirty="0">
                <a:solidFill>
                  <a:srgbClr val="FFFFFF"/>
                </a:solidFill>
                <a:latin typeface="Effra" panose="02000506080000020004" pitchFamily="2" charset="0"/>
                <a:cs typeface="Arial"/>
              </a:rPr>
              <a:t> </a:t>
            </a:r>
            <a:endParaRPr sz="1350" dirty="0">
              <a:latin typeface="Effra" panose="02000506080000020004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900" spc="220" dirty="0" err="1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WhatsAp</a:t>
            </a:r>
            <a:r>
              <a:rPr lang="pt-BR" sz="900" spc="22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p:</a:t>
            </a:r>
            <a:endParaRPr lang="pt-BR" sz="900" dirty="0">
              <a:highlight>
                <a:srgbClr val="FFFF00"/>
              </a:highlight>
              <a:latin typeface="Effra" panose="02000506080000020004" pitchFamily="2" charset="0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pt-BR" sz="900" spc="195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São </a:t>
            </a:r>
            <a:r>
              <a:rPr lang="pt-BR" sz="900" spc="5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P </a:t>
            </a:r>
            <a:r>
              <a:rPr lang="pt-BR" sz="900" spc="165" dirty="0" err="1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aulo</a:t>
            </a:r>
            <a:r>
              <a:rPr lang="pt-BR" sz="900" spc="165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: </a:t>
            </a:r>
            <a:r>
              <a:rPr lang="pt-BR" sz="900" spc="18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(011)</a:t>
            </a:r>
            <a:r>
              <a:rPr lang="pt-BR" sz="900" spc="30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 </a:t>
            </a:r>
            <a:r>
              <a:rPr lang="pt-BR" sz="900" spc="245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4208-5140</a:t>
            </a:r>
            <a:r>
              <a:rPr lang="pt-BR" sz="900" spc="-2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 </a:t>
            </a:r>
            <a:endParaRPr lang="pt-BR" sz="900" dirty="0">
              <a:latin typeface="Effra" panose="02000506080000020004" pitchFamily="2" charset="0"/>
              <a:cs typeface="Trebuchet MS"/>
            </a:endParaRPr>
          </a:p>
          <a:p>
            <a:pPr marL="12700" marR="931544">
              <a:lnSpc>
                <a:spcPct val="166700"/>
              </a:lnSpc>
            </a:pPr>
            <a:r>
              <a:rPr sz="900" spc="20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João </a:t>
            </a:r>
            <a:r>
              <a:rPr sz="900" spc="215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Pessoa: </a:t>
            </a:r>
            <a:r>
              <a:rPr sz="900" spc="18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(083) </a:t>
            </a:r>
            <a:r>
              <a:rPr sz="900" spc="245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</a:rPr>
              <a:t>3035-9354  </a:t>
            </a:r>
            <a:r>
              <a:rPr sz="900" spc="21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  <a:hlinkClick r:id="rId3"/>
              </a:rPr>
              <a:t>atendiment</a:t>
            </a:r>
            <a:r>
              <a:rPr sz="900" spc="-6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  <a:hlinkClick r:id="rId3"/>
              </a:rPr>
              <a:t> </a:t>
            </a:r>
            <a:r>
              <a:rPr sz="900" spc="229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  <a:hlinkClick r:id="rId3"/>
              </a:rPr>
              <a:t>o@ebdic</a:t>
            </a:r>
            <a:r>
              <a:rPr sz="900" spc="-5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  <a:hlinkClick r:id="rId3"/>
              </a:rPr>
              <a:t> </a:t>
            </a:r>
            <a:r>
              <a:rPr sz="900" spc="18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  <a:hlinkClick r:id="rId3"/>
              </a:rPr>
              <a:t>orp.c</a:t>
            </a:r>
            <a:r>
              <a:rPr sz="900" spc="-5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  <a:hlinkClick r:id="rId3"/>
              </a:rPr>
              <a:t> </a:t>
            </a:r>
            <a:r>
              <a:rPr sz="900" spc="18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  <a:hlinkClick r:id="rId3"/>
              </a:rPr>
              <a:t>om.br</a:t>
            </a:r>
            <a:r>
              <a:rPr sz="900" spc="-20" dirty="0">
                <a:solidFill>
                  <a:srgbClr val="FFFFFF"/>
                </a:solidFill>
                <a:latin typeface="Effra" panose="02000506080000020004" pitchFamily="2" charset="0"/>
                <a:cs typeface="Trebuchet MS"/>
                <a:hlinkClick r:id="rId3"/>
              </a:rPr>
              <a:t> </a:t>
            </a:r>
            <a:endParaRPr sz="900" dirty="0">
              <a:latin typeface="Effra" panose="02000506080000020004" pitchFamily="2" charset="0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285" y="3803571"/>
            <a:ext cx="462915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60" dirty="0">
                <a:solidFill>
                  <a:srgbClr val="FFFFFF"/>
                </a:solidFill>
                <a:latin typeface="Arial"/>
                <a:cs typeface="Arial"/>
              </a:rPr>
              <a:t>Explore </a:t>
            </a:r>
            <a:r>
              <a:rPr sz="1050" spc="25" dirty="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sz="1050" spc="80" dirty="0">
                <a:solidFill>
                  <a:srgbClr val="FFFFFF"/>
                </a:solidFill>
                <a:latin typeface="Arial"/>
                <a:cs typeface="Arial"/>
              </a:rPr>
              <a:t>mundo </a:t>
            </a:r>
            <a:r>
              <a:rPr sz="1050" spc="75" dirty="0">
                <a:solidFill>
                  <a:srgbClr val="FFFFFF"/>
                </a:solidFill>
                <a:latin typeface="Arial"/>
                <a:cs typeface="Arial"/>
              </a:rPr>
              <a:t>corporativo. </a:t>
            </a:r>
            <a:r>
              <a:rPr sz="1050" spc="65" dirty="0">
                <a:solidFill>
                  <a:srgbClr val="FFFFFF"/>
                </a:solidFill>
                <a:latin typeface="Arial"/>
                <a:cs typeface="Arial"/>
              </a:rPr>
              <a:t>Conheça </a:t>
            </a:r>
            <a:r>
              <a:rPr sz="1050" spc="70" dirty="0">
                <a:solidFill>
                  <a:srgbClr val="FFFFFF"/>
                </a:solidFill>
                <a:latin typeface="Arial"/>
                <a:cs typeface="Arial"/>
              </a:rPr>
              <a:t>nossos </a:t>
            </a:r>
            <a:r>
              <a:rPr sz="1050" spc="55" dirty="0">
                <a:solidFill>
                  <a:srgbClr val="FFFFFF"/>
                </a:solidFill>
                <a:latin typeface="Arial"/>
                <a:cs typeface="Arial"/>
              </a:rPr>
              <a:t>líderes </a:t>
            </a:r>
            <a:r>
              <a:rPr sz="1050" spc="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050" spc="75" dirty="0">
                <a:solidFill>
                  <a:srgbClr val="FFFFFF"/>
                </a:solidFill>
                <a:latin typeface="Arial"/>
                <a:cs typeface="Arial"/>
              </a:rPr>
              <a:t> mercado!</a:t>
            </a:r>
            <a:r>
              <a:rPr sz="105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604" y="4265554"/>
            <a:ext cx="1873250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-10" dirty="0">
                <a:solidFill>
                  <a:srgbClr val="FFFFFF"/>
                </a:solidFill>
                <a:latin typeface="Trebuchet MS"/>
                <a:cs typeface="Trebuchet MS"/>
              </a:rPr>
              <a:t>ebdi</a:t>
            </a:r>
            <a:r>
              <a:rPr sz="75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75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50" spc="15" dirty="0">
                <a:solidFill>
                  <a:srgbClr val="FFFFFF"/>
                </a:solidFill>
                <a:latin typeface="Trebuchet MS"/>
                <a:cs typeface="Trebuchet MS"/>
              </a:rPr>
              <a:t>#Juntosporexperienciasmemoraveis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4641" y="4268834"/>
            <a:ext cx="2340610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-10" dirty="0">
                <a:solidFill>
                  <a:srgbClr val="FFFFFF"/>
                </a:solidFill>
                <a:latin typeface="Trebuchet MS"/>
                <a:cs typeface="Trebuchet MS"/>
              </a:rPr>
              <a:t>ebdi</a:t>
            </a:r>
            <a:r>
              <a:rPr sz="75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7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50" spc="5" dirty="0">
                <a:solidFill>
                  <a:srgbClr val="FFFFFF"/>
                </a:solidFill>
                <a:latin typeface="Trebuchet MS"/>
                <a:cs typeface="Trebuchet MS"/>
              </a:rPr>
              <a:t>Enterprise</a:t>
            </a:r>
            <a:r>
              <a:rPr sz="7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50" spc="25" dirty="0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sz="75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50" spc="15" dirty="0">
                <a:solidFill>
                  <a:srgbClr val="FFFFFF"/>
                </a:solidFill>
                <a:latin typeface="Trebuchet MS"/>
                <a:cs typeface="Trebuchet MS"/>
              </a:rPr>
              <a:t>Development</a:t>
            </a:r>
            <a:r>
              <a:rPr sz="7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50" spc="-35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7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FFFFFF"/>
                </a:solidFill>
                <a:latin typeface="Trebuchet MS"/>
                <a:cs typeface="Trebuchet MS"/>
              </a:rPr>
              <a:t>Information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4678" y="4691602"/>
            <a:ext cx="958850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-15" dirty="0">
                <a:solidFill>
                  <a:srgbClr val="FFFFFF"/>
                </a:solidFill>
                <a:latin typeface="Trebuchet MS"/>
                <a:cs typeface="Trebuchet MS"/>
                <a:hlinkClick r:id="rId4"/>
              </a:rPr>
              <a:t>www.ebdicorp.com.br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9376" y="4704045"/>
            <a:ext cx="208279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-5" dirty="0">
                <a:solidFill>
                  <a:srgbClr val="FFFFFF"/>
                </a:solidFill>
                <a:latin typeface="Trebuchet MS"/>
                <a:cs typeface="Trebuchet MS"/>
              </a:rPr>
              <a:t>ebdi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7015" y="4705022"/>
            <a:ext cx="54546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20" dirty="0">
                <a:solidFill>
                  <a:srgbClr val="FFFFFF"/>
                </a:solidFill>
                <a:latin typeface="Trebuchet MS"/>
                <a:cs typeface="Trebuchet MS"/>
              </a:rPr>
              <a:t>@ebdi_</a:t>
            </a:r>
            <a:r>
              <a:rPr sz="750" spc="-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750" spc="15" dirty="0">
                <a:solidFill>
                  <a:srgbClr val="FFFFFF"/>
                </a:solidFill>
                <a:latin typeface="Trebuchet MS"/>
                <a:cs typeface="Trebuchet MS"/>
              </a:rPr>
              <a:t>orp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3053" y="4696075"/>
            <a:ext cx="401320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-5" dirty="0">
                <a:solidFill>
                  <a:srgbClr val="FFFFFF"/>
                </a:solidFill>
                <a:latin typeface="Trebuchet MS"/>
                <a:cs typeface="Trebuchet MS"/>
              </a:rPr>
              <a:t>ebdi</a:t>
            </a:r>
            <a:r>
              <a:rPr sz="750" spc="-3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750" spc="15" dirty="0">
                <a:solidFill>
                  <a:srgbClr val="FFFFFF"/>
                </a:solidFill>
                <a:latin typeface="Trebuchet MS"/>
                <a:cs typeface="Trebuchet MS"/>
              </a:rPr>
              <a:t>orp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65421" y="0"/>
            <a:ext cx="4378578" cy="46291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1203" y="4202455"/>
            <a:ext cx="281673" cy="2816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9443" y="4633874"/>
            <a:ext cx="301523" cy="2998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08822" y="4637265"/>
            <a:ext cx="292125" cy="2906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10268" y="4642993"/>
            <a:ext cx="292201" cy="2926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28301" y="4642993"/>
            <a:ext cx="292201" cy="2926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14661" y="4741672"/>
            <a:ext cx="116141" cy="954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09430" y="4289933"/>
            <a:ext cx="28575" cy="117475"/>
          </a:xfrm>
          <a:custGeom>
            <a:avLst/>
            <a:gdLst/>
            <a:ahLst/>
            <a:cxnLst/>
            <a:rect l="l" t="t" r="r" b="b"/>
            <a:pathLst>
              <a:path w="28575" h="117475">
                <a:moveTo>
                  <a:pt x="26238" y="38823"/>
                </a:moveTo>
                <a:lnTo>
                  <a:pt x="1930" y="38823"/>
                </a:lnTo>
                <a:lnTo>
                  <a:pt x="1930" y="116916"/>
                </a:lnTo>
                <a:lnTo>
                  <a:pt x="26238" y="116916"/>
                </a:lnTo>
                <a:lnTo>
                  <a:pt x="26238" y="38823"/>
                </a:lnTo>
                <a:close/>
              </a:path>
              <a:path w="28575" h="117475">
                <a:moveTo>
                  <a:pt x="21856" y="0"/>
                </a:moveTo>
                <a:lnTo>
                  <a:pt x="6299" y="0"/>
                </a:lnTo>
                <a:lnTo>
                  <a:pt x="0" y="6324"/>
                </a:lnTo>
                <a:lnTo>
                  <a:pt x="0" y="21844"/>
                </a:lnTo>
                <a:lnTo>
                  <a:pt x="6299" y="28168"/>
                </a:lnTo>
                <a:lnTo>
                  <a:pt x="21856" y="28168"/>
                </a:lnTo>
                <a:lnTo>
                  <a:pt x="28168" y="21844"/>
                </a:lnTo>
                <a:lnTo>
                  <a:pt x="28168" y="6324"/>
                </a:lnTo>
                <a:lnTo>
                  <a:pt x="21856" y="0"/>
                </a:lnTo>
                <a:close/>
              </a:path>
            </a:pathLst>
          </a:custGeom>
          <a:solidFill>
            <a:srgbClr val="1762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14015" y="4207802"/>
            <a:ext cx="292188" cy="29269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50908" y="4326812"/>
            <a:ext cx="76200" cy="80645"/>
          </a:xfrm>
          <a:custGeom>
            <a:avLst/>
            <a:gdLst/>
            <a:ahLst/>
            <a:cxnLst/>
            <a:rect l="l" t="t" r="r" b="b"/>
            <a:pathLst>
              <a:path w="76200" h="80645">
                <a:moveTo>
                  <a:pt x="23279" y="1943"/>
                </a:moveTo>
                <a:lnTo>
                  <a:pt x="0" y="1943"/>
                </a:lnTo>
                <a:lnTo>
                  <a:pt x="0" y="80035"/>
                </a:lnTo>
                <a:lnTo>
                  <a:pt x="24257" y="80035"/>
                </a:lnTo>
                <a:lnTo>
                  <a:pt x="24257" y="31216"/>
                </a:lnTo>
                <a:lnTo>
                  <a:pt x="26187" y="21361"/>
                </a:lnTo>
                <a:lnTo>
                  <a:pt x="74185" y="21361"/>
                </a:lnTo>
                <a:lnTo>
                  <a:pt x="71036" y="12611"/>
                </a:lnTo>
                <a:lnTo>
                  <a:pt x="23279" y="12611"/>
                </a:lnTo>
                <a:lnTo>
                  <a:pt x="23279" y="1943"/>
                </a:lnTo>
                <a:close/>
              </a:path>
              <a:path w="76200" h="80645">
                <a:moveTo>
                  <a:pt x="74185" y="21361"/>
                </a:moveTo>
                <a:lnTo>
                  <a:pt x="51257" y="21361"/>
                </a:lnTo>
                <a:lnTo>
                  <a:pt x="51407" y="31216"/>
                </a:lnTo>
                <a:lnTo>
                  <a:pt x="51435" y="80035"/>
                </a:lnTo>
                <a:lnTo>
                  <a:pt x="75692" y="80035"/>
                </a:lnTo>
                <a:lnTo>
                  <a:pt x="75692" y="37198"/>
                </a:lnTo>
                <a:lnTo>
                  <a:pt x="74599" y="22513"/>
                </a:lnTo>
                <a:lnTo>
                  <a:pt x="74185" y="21361"/>
                </a:lnTo>
                <a:close/>
              </a:path>
              <a:path w="76200" h="80645">
                <a:moveTo>
                  <a:pt x="46583" y="0"/>
                </a:moveTo>
                <a:lnTo>
                  <a:pt x="38466" y="1107"/>
                </a:lnTo>
                <a:lnTo>
                  <a:pt x="31880" y="4005"/>
                </a:lnTo>
                <a:lnTo>
                  <a:pt x="26898" y="8052"/>
                </a:lnTo>
                <a:lnTo>
                  <a:pt x="23596" y="12611"/>
                </a:lnTo>
                <a:lnTo>
                  <a:pt x="71036" y="12611"/>
                </a:lnTo>
                <a:lnTo>
                  <a:pt x="70353" y="10712"/>
                </a:lnTo>
                <a:lnTo>
                  <a:pt x="61499" y="2854"/>
                </a:lnTo>
                <a:lnTo>
                  <a:pt x="46583" y="0"/>
                </a:lnTo>
                <a:close/>
              </a:path>
            </a:pathLst>
          </a:custGeom>
          <a:solidFill>
            <a:srgbClr val="17628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C4248770-DA28-4073-B60F-A6042363505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96" y="3692590"/>
            <a:ext cx="5703345" cy="1343655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D06DAA10-0DC9-49C0-A1B8-BC4308E7B6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3350"/>
            <a:ext cx="3772181" cy="10695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155</Words>
  <Application>Microsoft Office PowerPoint</Application>
  <PresentationFormat>Apresentação na tela (16:9)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Effra</vt:lpstr>
      <vt:lpstr>Trebuchet MS</vt:lpstr>
      <vt:lpstr>Office Theme</vt:lpstr>
      <vt:lpstr>Apresentação do PowerPoint</vt:lpstr>
      <vt:lpstr>modelo  de encontro</vt:lpstr>
      <vt:lpstr>sua proposta:</vt:lpstr>
      <vt:lpstr>contrapartidas  &amp;investimento</vt:lpstr>
      <vt:lpstr>Ficou alguma dúvida?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Victor Trevisan</dc:creator>
  <cp:lastModifiedBy>Victor Trevisan</cp:lastModifiedBy>
  <cp:revision>14</cp:revision>
  <dcterms:created xsi:type="dcterms:W3CDTF">2019-10-10T19:52:22Z</dcterms:created>
  <dcterms:modified xsi:type="dcterms:W3CDTF">2019-12-04T12:21:07Z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2019-10-10T00:00:00Z</vt:filetime>
  </property>
  <property fmtid="{D5CDD505-2E9C-101B-9397-08002B2CF9AE}" pid="3" name="Creator">
    <vt:lpwstr>Adobe InDesign CC 14.0 (Windows)</vt:lpwstr>
  </property>
  <property fmtid="{D5CDD505-2E9C-101B-9397-08002B2CF9AE}" pid="4" name="LastSaved">
    <vt:filetime>2019-10-10T00:00:00Z</vt:filetime>
  </property>
</Properties>
</file>